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오늘은 의명보감 1권 기초편의 첫 장, "창조와 음양오행"을 공부합니다. 본론에 앞서 저자가 말하는 의명학이 무엇인지부터 짚고, 동양에서 세상의 시작을 어떻게 설명했는지 도·수·역·연해자평·천부경 순서로 따라가 보겠습니다.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오늘의 순서입니다. 앞의 한 꼭지는 책 앞머리의 "회고의 말"과 "개요"를 정리한 것이고, 나머지 일곱 꼭지가 제1장의 본문입니다.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본문 전에 저자가 왜 이 책을 썼는지, 의명학을 어떻게 정의하는지 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저자는 20여 년에 걸쳐 의명학을 세웠다고 말합니다. 핵심 계기는 두 가지입니다. 인도에서 본 인간의 불평등, 그리고 황제내경에서 발견한 "사시"라는 말입니다. 사시는 지구가 공전하며 생기는 사계절, 자전하며 생기는 하루의 변화를 말합니다. 저자는 이 변화 규율이 인체에 그대로 상응해서 늙고 병들고 죽는다고 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의명학이라는 이름 자체가 의(醫)와 명(命)의 결합입니다. 몸의 체질과 질병, 그리고 운명을 같은 원리로 본다는 뜻입니다. 방법은 출생 순간의 연월일시를 음양오행 부호로 바꾸는 것인데, 이것이 5장에서 배울 "의명학 공식"입니다.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저자는 수천 명을 임상한 결과라며, 잉태와 출생 순간에 작용한 "어떤 힘"이 체질과 운명을 정한다고 말합니다. 그 힘이 사시이고, 사시는 에너지와 기후라는 두 얼굴을 가집니다. 출생 순간 이 기운이 "오색물감을 순백의 천에 뿌려놓은 것처럼" 몸에 스며든다는 비유가 인상적입니다. 저자는 사시를 넘어서는 신(神)의 존재도 부정하지 않습니다.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문장이 의명보감 전체를 관통하는 핵심 명제입니다. 뒤에 나오는 음양, 오행, 천간지지는 모두 이 사시의 변화를 표현하는 부호라고 이해하면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제1장 본문입니다. 장 표지의 문장이 음양 순환을 잘 보여줍니다.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저자는 서양과 동양 어느 쪽도 옳고 그르다고 단정하지 않지만, 이 책은 동양의 시각을 따른다고 밝힙니다. 음양은 하늘과 땅, 밝음과 어둠처럼 서로 다른 두 성질이 만나 하나를 이루는 것이고, 어느 하나만으로는 사물이 존재할 수 없습니다. 오행은 다섯 가지 우주의 본질이 쉬지 않고 흐르며 사물 사이의 관계를 맺어 줍니다. 결론은 창조의 원리가 지금의 자연 현상에도 그대로 재현된다는 것입니다.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도덕경 첫 구절을 흔히 "도를 도라고 말하면 이미 참된 도가 아니다"로 풉니다. 저자는 이것을 정정해야 한다고 봅니다. 앞의 도는 형이상의 혼돈, 뒤의 도는 형이하의 질서로 나눠 읽는 것입니다. 호수 비유가 이해를 돕습니다. 호수의 물은 머물지 않고(非常道), 수증기는 구름·이슬·비·강물로 이름이 바뀝니다(非常名).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창조의 순서를 도덕경 42장으로 설명합니다. 도에서 첫 기운인 음의 水가 나오고, 둘째로 양의 火가 나오며, 둘이 결합해 셋째인 木, 곧 만물의 씨눈이 생깁니다. 이어 金이 골격을, 土가 형상을 이룹니다. 여기서 木은 단순한 나무가 아니라 "낳아주고 길러주는 생육의 덕"이라는 점을 강조합니다.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저자는 一과 三의 관계를 체와 용으로 설명합니다. 근본(체)인 水 속에 작용(용)인 木이 이미 들어 있으므로 하나가 곧 셋이라는 것입니다. 삼태극의 세 색은 파랑·빨강·초록입니다. 물의 색으로 검정 대신 파랑을 쓴 이유는 검정이 "때가 낀 색"이기 때문이라고 각주에서 밝힙니다. 이어서 저자는 인간이 번뇌를 여의고 본성인 도로 돌아가는 것이 최상의 경지라고 말합니다.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하도는 복희씨가 황하에서 나온 용마의 등에서 보았다는 그림입니다. 1에서 5까지는 생수로 우주적 자궁인 태극 속에 갇힌 미완성 요소이고, 6에서 10까지는 성수로 밖으로 터져 나온 완성된 물질입니다. 배치를 따라가면 木生火, 火生土, 土生金, 金生水, 水生木의 상생 관계가 드러납니다.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낙서는 하나라 우왕이 낙수의 거북 등에서 보았다는 그림입니다. 1부터 9까지 수가 놓이고 가운데가 5입니다. 가로·세로·대각선의 합이 모두 15가 되는 마방진이기도 합니다. 책은 이 배치에서 木剋土, 土剋水, 水剋火, 火剋金, 金剋木의 상극 관계가 드러난다고 설명합니다. 참고로 OCR 원문에는 八木의 위치가 "동방"으로 읽히는데, 일반적인 낙서 배치에서는 동북입니다. 발표 전에 원본 도판을 한 번 확인해 주세요. 하도와 낙서의 차이는 오른쪽 표로 정리했습니다. 태아는 자궁 속에서 구멍이 10개인데 태어나 탯줄이 끊기면 9개가 된다는 비유도 재미있습니다.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易이라는 글자는 해(日)와 달(月)이 합쳐진 모양으로, 음양이 결합해 널리 퍼진다는 뜻입니다. 주역은 복희씨가 팔괘를 긋고, 문왕이 괘사를, 주공이 효사를 붙이고, 공자가 십익으로 집대성했다고 전합니다. 계사전의 "역에 태극이 있으니 양의를 낳고, 양의는 사상을, 사상은 팔괘를 낳는다"가 이 분화 과정을 말합니다.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사상은 양 안의 양(태양), 양 안의 음(소음), 음 안의 양(소양), 음 안의 음(태음) 네 가지입니다. 각각이 다시 둘로 나뉘어 팔괘가 됩니다. 팔괘는 하늘·연못·불·천둥·바람·물·산·땅의 여덟 가지 자연을 상징합니다.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연해자평은 송나라 때 명리학의 원전입니다. 당나라까지는 태어난 해를 중심으로 봤고, 송나라부터 태어난 날의 천간을 중심으로 보기 시작했습니다. 이 책에 따르면 혼돈 속에 홀연히 일기(一氣)가 엉기고, 태역·태초·태시·태소·태극 다섯 단계를 거쳐 水·火·木·金·土가 생겨납니다. 순서는 있지만 사실상 거의 동시에 일어났다고 설명합니다. 한 가지 짚을 점: 여기서는 태극이 土를 낳는 마지막 단계로 나오는데, 앞의 "창조와 도"에서는 태극을 근원으로 썼습니다. 스터디에서 토론해 볼 만한 부분입니다.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저자는 천부경을 한민족의 가장 오래되고 위대한 경서로 소개합니다. 배달국을 연 환웅 때부터 전해졌다고 보는 것이 저자의 입장입니다. 81자 전체를 음양오행과 창조의 시각으로 풀었는데, 핵심은 "하나에서 시작해 셋으로 나뉘고, 다시 하나로 돌아간다"는 순환입니다. 앞에서 본 道 → 水 → 火 → 木의 창조 순서, 하도의 생수·성수와 연결해서 읽으면 이해가 쉽습니다.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절은 저자의 역사관이 강하게 드러나는 부분입니다. 스터디에서는 "저자의 주장"으로 소개하고, 사실 여부는 각자 판단할 수 있도록 두는 것이 좋습니다. 인상적인 것은 우리말 풀이입니다. 저자는 사람과 사랑이 모두 음양 결합에서 나온 말이라고 봅니다. 또 하도와 낙서가 북두칠성과 주변 별자리를 점으로 나타낸 것이라며, 음양오행을 우주관으로 확장해야 한다고 말합니다.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오늘 배운 내용을 다섯 줄로 정리했습니다. 특히 두 번째 줄의 창조 순서는 다음 장에서 오행의 "생성 순서"로 다시 나옵니다.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토론 질문입니다. 시간에 맞춰 두세 개를 골라 이야기해 보세요.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D1C24"/>
        </a:solidFill>
      </p:bgPr>
    </p:bg>
    <p:spTree>
      <p:nvGrpSpPr>
        <p:cNvPr id="1" name=""/>
        <p:cNvGrpSpPr/>
        <p:nvPr/>
      </p:nvGrpSpPr>
      <p:grpSpPr>
        <a:xfrm>
          <a:off x="0" y="0"/>
          <a:ext cx="0" cy="0"/>
          <a:chOff x="0" y="0"/>
          <a:chExt cx="0" cy="0"/>
        </a:xfrm>
      </p:grpSpPr>
      <p:sp>
        <p:nvSpPr>
          <p:cNvPr id="2" name="Text 0"/>
          <p:cNvSpPr txBox="1"/>
          <p:nvPr/>
        </p:nvSpPr>
        <p:spPr>
          <a:xfrm>
            <a:off x="6583680" y="182880"/>
            <a:ext cx="5486400" cy="6400800"/>
          </a:xfrm>
          <a:prstGeom prst="rect">
            <a:avLst/>
          </a:prstGeom>
          <a:noFill/>
          <a:ln/>
        </p:spPr>
        <p:txBody>
          <a:bodyPr wrap="square" lIns="0" tIns="0" rIns="0" bIns="0" rtlCol="0" anchor="ctr"/>
          <a:lstStyle/>
          <a:p>
            <a:pPr algn="ctr" indent="0" marL="0">
              <a:buNone/>
            </a:pPr>
            <a:r>
              <a:rPr lang="en-US" sz="38000" b="1" dirty="0">
                <a:solidFill>
                  <a:srgbClr val="2B2933"/>
                </a:solidFill>
                <a:latin typeface="Malgun Gothic" pitchFamily="34" charset="0"/>
                <a:ea typeface="Malgun Gothic" pitchFamily="34" charset="-122"/>
                <a:cs typeface="Malgun Gothic" pitchFamily="34" charset="-120"/>
              </a:rPr>
              <a:t>道</a:t>
            </a:r>
            <a:endParaRPr lang="en-US" sz="38000" dirty="0"/>
          </a:p>
        </p:txBody>
      </p:sp>
      <p:sp>
        <p:nvSpPr>
          <p:cNvPr id="3" name="Shape 1"/>
          <p:cNvSpPr/>
          <p:nvPr/>
        </p:nvSpPr>
        <p:spPr>
          <a:xfrm>
            <a:off x="548640" y="1280160"/>
            <a:ext cx="1005840" cy="1005840"/>
          </a:xfrm>
          <a:prstGeom prst="ellipse">
            <a:avLst/>
          </a:prstGeom>
          <a:solidFill>
            <a:srgbClr val="B23A2E"/>
          </a:solidFill>
          <a:ln w="12700">
            <a:solidFill>
              <a:srgbClr val="B23A2E"/>
            </a:solidFill>
            <a:prstDash val="solid"/>
          </a:ln>
        </p:spPr>
      </p:sp>
      <p:sp>
        <p:nvSpPr>
          <p:cNvPr id="4" name="Text 2"/>
          <p:cNvSpPr txBox="1"/>
          <p:nvPr/>
        </p:nvSpPr>
        <p:spPr>
          <a:xfrm>
            <a:off x="548640" y="1280160"/>
            <a:ext cx="1005840" cy="1005840"/>
          </a:xfrm>
          <a:prstGeom prst="rect">
            <a:avLst/>
          </a:prstGeom>
          <a:noFill/>
          <a:ln/>
        </p:spPr>
        <p:txBody>
          <a:bodyPr wrap="square" lIns="0" tIns="0" rIns="0" bIns="0" rtlCol="0" anchor="ctr"/>
          <a:lstStyle/>
          <a:p>
            <a:pPr algn="ctr" indent="0" marL="0">
              <a:buNone/>
            </a:pPr>
            <a:r>
              <a:rPr lang="en-US" sz="1800" b="1" dirty="0">
                <a:solidFill>
                  <a:srgbClr val="FFFFFF"/>
                </a:solidFill>
                <a:latin typeface="Malgun Gothic" pitchFamily="34" charset="0"/>
                <a:ea typeface="Malgun Gothic" pitchFamily="34" charset="-122"/>
                <a:cs typeface="Malgun Gothic" pitchFamily="34" charset="-120"/>
              </a:rPr>
              <a:t>제1장</a:t>
            </a:r>
            <a:endParaRPr lang="en-US" sz="1800" dirty="0"/>
          </a:p>
        </p:txBody>
      </p:sp>
      <p:sp>
        <p:nvSpPr>
          <p:cNvPr id="5" name="Text 3"/>
          <p:cNvSpPr txBox="1"/>
          <p:nvPr/>
        </p:nvSpPr>
        <p:spPr>
          <a:xfrm>
            <a:off x="548640" y="2560320"/>
            <a:ext cx="7772400" cy="1188720"/>
          </a:xfrm>
          <a:prstGeom prst="rect">
            <a:avLst/>
          </a:prstGeom>
          <a:noFill/>
          <a:ln/>
        </p:spPr>
        <p:txBody>
          <a:bodyPr wrap="square" lIns="0" tIns="0" rIns="0" bIns="0" rtlCol="0" anchor="ctr"/>
          <a:lstStyle/>
          <a:p>
            <a:pPr indent="0" marL="0">
              <a:buNone/>
            </a:pPr>
            <a:r>
              <a:rPr lang="en-US" sz="4800" b="1" dirty="0">
                <a:solidFill>
                  <a:srgbClr val="F4F1EA"/>
                </a:solidFill>
                <a:latin typeface="Malgun Gothic" pitchFamily="34" charset="0"/>
                <a:ea typeface="Malgun Gothic" pitchFamily="34" charset="-122"/>
                <a:cs typeface="Malgun Gothic" pitchFamily="34" charset="-120"/>
              </a:rPr>
              <a:t>창조와 음양오행</a:t>
            </a:r>
            <a:endParaRPr lang="en-US" sz="4800" dirty="0"/>
          </a:p>
        </p:txBody>
      </p:sp>
      <p:sp>
        <p:nvSpPr>
          <p:cNvPr id="6" name="Text 4"/>
          <p:cNvSpPr txBox="1"/>
          <p:nvPr/>
        </p:nvSpPr>
        <p:spPr>
          <a:xfrm>
            <a:off x="548640" y="3749040"/>
            <a:ext cx="7772400" cy="548640"/>
          </a:xfrm>
          <a:prstGeom prst="rect">
            <a:avLst/>
          </a:prstGeom>
          <a:noFill/>
          <a:ln/>
        </p:spPr>
        <p:txBody>
          <a:bodyPr wrap="square" lIns="0" tIns="0" rIns="0" bIns="0" rtlCol="0" anchor="ctr"/>
          <a:lstStyle/>
          <a:p>
            <a:pPr indent="0" marL="0">
              <a:buNone/>
            </a:pPr>
            <a:r>
              <a:rPr lang="en-US" sz="2200" dirty="0">
                <a:solidFill>
                  <a:srgbClr val="A9A4B5"/>
                </a:solidFill>
                <a:latin typeface="Malgun Gothic" pitchFamily="34" charset="0"/>
                <a:ea typeface="Malgun Gothic" pitchFamily="34" charset="-122"/>
                <a:cs typeface="Malgun Gothic" pitchFamily="34" charset="-120"/>
              </a:rPr>
              <a:t>創造와 陰陽五行</a:t>
            </a:r>
            <a:endParaRPr lang="en-US" sz="2200" dirty="0"/>
          </a:p>
        </p:txBody>
      </p:sp>
      <p:sp>
        <p:nvSpPr>
          <p:cNvPr id="7" name="Text 5"/>
          <p:cNvSpPr txBox="1"/>
          <p:nvPr/>
        </p:nvSpPr>
        <p:spPr>
          <a:xfrm>
            <a:off x="548640" y="4846320"/>
            <a:ext cx="7315200" cy="731520"/>
          </a:xfrm>
          <a:prstGeom prst="rect">
            <a:avLst/>
          </a:prstGeom>
          <a:noFill/>
          <a:ln/>
        </p:spPr>
        <p:txBody>
          <a:bodyPr wrap="square" lIns="0" tIns="0" rIns="0" bIns="0" rtlCol="0" anchor="ctr"/>
          <a:lstStyle/>
          <a:p>
            <a:pPr indent="0" marL="0">
              <a:buNone/>
            </a:pPr>
            <a:r>
              <a:rPr lang="en-US" sz="1400" dirty="0">
                <a:solidFill>
                  <a:srgbClr val="A9A4B5"/>
                </a:solidFill>
                <a:latin typeface="Malgun Gothic" pitchFamily="34" charset="0"/>
                <a:ea typeface="Malgun Gothic" pitchFamily="34" charset="-122"/>
                <a:cs typeface="Malgun Gothic" pitchFamily="34" charset="-120"/>
              </a:rPr>
              <a:t>의명보감 1 기초편 스터디 · 저자 소산(素山) 정경대</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320040"/>
          </a:xfrm>
          <a:prstGeom prst="rect">
            <a:avLst/>
          </a:prstGeom>
          <a:noFill/>
          <a:ln/>
        </p:spPr>
        <p:txBody>
          <a:bodyPr wrap="square" lIns="0" tIns="0" rIns="0" bIns="0" rtlCol="0" anchor="ctr"/>
          <a:lstStyle/>
          <a:p>
            <a:pPr indent="0" marL="0">
              <a:buNone/>
            </a:pPr>
            <a:r>
              <a:rPr lang="en-US" sz="1300" b="1" dirty="0">
                <a:solidFill>
                  <a:srgbClr val="B23A2E"/>
                </a:solidFill>
                <a:latin typeface="Malgun Gothic" pitchFamily="34" charset="0"/>
                <a:ea typeface="Malgun Gothic" pitchFamily="34" charset="-122"/>
                <a:cs typeface="Malgun Gothic" pitchFamily="34" charset="-120"/>
              </a:rPr>
              <a:t>목차</a:t>
            </a:r>
            <a:endParaRPr lang="en-US" sz="1300" dirty="0"/>
          </a:p>
        </p:txBody>
      </p:sp>
      <p:sp>
        <p:nvSpPr>
          <p:cNvPr id="3" name="Text 1"/>
          <p:cNvSpPr txBox="1"/>
          <p:nvPr/>
        </p:nvSpPr>
        <p:spPr>
          <a:xfrm>
            <a:off x="548640" y="658368"/>
            <a:ext cx="11094415" cy="685800"/>
          </a:xfrm>
          <a:prstGeom prst="rect">
            <a:avLst/>
          </a:prstGeom>
          <a:noFill/>
          <a:ln/>
        </p:spPr>
        <p:txBody>
          <a:bodyPr wrap="square" lIns="0" tIns="0" rIns="0" bIns="0" rtlCol="0" anchor="ctr"/>
          <a:lstStyle/>
          <a:p>
            <a:pPr indent="0" marL="0">
              <a:buNone/>
            </a:pPr>
            <a:r>
              <a:rPr lang="en-US" sz="3000" b="1" dirty="0">
                <a:solidFill>
                  <a:srgbClr val="22212A"/>
                </a:solidFill>
                <a:latin typeface="Malgun Gothic" pitchFamily="34" charset="0"/>
                <a:ea typeface="Malgun Gothic" pitchFamily="34" charset="-122"/>
                <a:cs typeface="Malgun Gothic" pitchFamily="34" charset="-120"/>
              </a:rPr>
              <a:t>오늘 공부할 내용</a:t>
            </a:r>
            <a:endParaRPr lang="en-US" sz="3000" dirty="0"/>
          </a:p>
        </p:txBody>
      </p:sp>
      <p:sp>
        <p:nvSpPr>
          <p:cNvPr id="4" name="Shape 2"/>
          <p:cNvSpPr/>
          <p:nvPr/>
        </p:nvSpPr>
        <p:spPr>
          <a:xfrm>
            <a:off x="548640" y="1673352"/>
            <a:ext cx="502920" cy="502920"/>
          </a:xfrm>
          <a:prstGeom prst="ellipse">
            <a:avLst/>
          </a:prstGeom>
          <a:solidFill>
            <a:srgbClr val="B23A2E"/>
          </a:solidFill>
          <a:ln w="12700">
            <a:solidFill>
              <a:srgbClr val="B23A2E"/>
            </a:solidFill>
            <a:prstDash val="solid"/>
          </a:ln>
        </p:spPr>
      </p:sp>
      <p:sp>
        <p:nvSpPr>
          <p:cNvPr id="5" name="Text 3"/>
          <p:cNvSpPr txBox="1"/>
          <p:nvPr/>
        </p:nvSpPr>
        <p:spPr>
          <a:xfrm>
            <a:off x="548640" y="1673352"/>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1</a:t>
            </a:r>
            <a:endParaRPr lang="en-US" sz="1600" dirty="0"/>
          </a:p>
        </p:txBody>
      </p:sp>
      <p:sp>
        <p:nvSpPr>
          <p:cNvPr id="6" name="Text 4"/>
          <p:cNvSpPr txBox="1"/>
          <p:nvPr/>
        </p:nvSpPr>
        <p:spPr>
          <a:xfrm>
            <a:off x="1234440" y="1600200"/>
            <a:ext cx="4587088" cy="777240"/>
          </a:xfrm>
          <a:prstGeom prst="rect">
            <a:avLst/>
          </a:prstGeom>
          <a:noFill/>
          <a:ln/>
        </p:spPr>
        <p:txBody>
          <a:bodyPr wrap="square" lIns="0" tIns="0" rIns="0" bIns="0" rtlCol="0" anchor="ctr"/>
          <a:lstStyle/>
          <a:p>
            <a:pPr indent="0" marL="0">
              <a:buNone/>
            </a:pPr>
            <a:r>
              <a:rPr lang="en-US" sz="1700" b="1" dirty="0">
                <a:solidFill>
                  <a:srgbClr val="22212A"/>
                </a:solidFill>
                <a:latin typeface="Malgun Gothic" pitchFamily="34" charset="0"/>
                <a:ea typeface="Malgun Gothic" pitchFamily="34" charset="-122"/>
                <a:cs typeface="Malgun Gothic" pitchFamily="34" charset="-120"/>
              </a:rPr>
              <a:t>의명학이란 무엇인가</a:t>
            </a:r>
            <a:endParaRPr lang="en-US" sz="1700" dirty="0"/>
          </a:p>
          <a:p>
            <a:pPr indent="0" marL="0">
              <a:buNone/>
            </a:pPr>
            <a:r>
              <a:rPr lang="en-US" sz="1200" dirty="0">
                <a:solidFill>
                  <a:srgbClr val="6B6778"/>
                </a:solidFill>
                <a:latin typeface="Malgun Gothic" pitchFamily="34" charset="0"/>
                <a:ea typeface="Malgun Gothic" pitchFamily="34" charset="-122"/>
                <a:cs typeface="Malgun Gothic" pitchFamily="34" charset="-120"/>
              </a:rPr>
              <a:t>저자의 문제의식과 학문의 정의</a:t>
            </a:r>
            <a:endParaRPr lang="en-US" sz="1700" dirty="0"/>
          </a:p>
        </p:txBody>
      </p:sp>
      <p:sp>
        <p:nvSpPr>
          <p:cNvPr id="7" name="Shape 5"/>
          <p:cNvSpPr/>
          <p:nvPr/>
        </p:nvSpPr>
        <p:spPr>
          <a:xfrm>
            <a:off x="548640" y="2542032"/>
            <a:ext cx="502920" cy="502920"/>
          </a:xfrm>
          <a:prstGeom prst="ellipse">
            <a:avLst/>
          </a:prstGeom>
          <a:solidFill>
            <a:srgbClr val="B23A2E"/>
          </a:solidFill>
          <a:ln w="12700">
            <a:solidFill>
              <a:srgbClr val="B23A2E"/>
            </a:solidFill>
            <a:prstDash val="solid"/>
          </a:ln>
        </p:spPr>
      </p:sp>
      <p:sp>
        <p:nvSpPr>
          <p:cNvPr id="8" name="Text 6"/>
          <p:cNvSpPr txBox="1"/>
          <p:nvPr/>
        </p:nvSpPr>
        <p:spPr>
          <a:xfrm>
            <a:off x="548640" y="2542032"/>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2</a:t>
            </a:r>
            <a:endParaRPr lang="en-US" sz="1600" dirty="0"/>
          </a:p>
        </p:txBody>
      </p:sp>
      <p:sp>
        <p:nvSpPr>
          <p:cNvPr id="9" name="Text 7"/>
          <p:cNvSpPr txBox="1"/>
          <p:nvPr/>
        </p:nvSpPr>
        <p:spPr>
          <a:xfrm>
            <a:off x="1234440" y="2468880"/>
            <a:ext cx="4587088" cy="777240"/>
          </a:xfrm>
          <a:prstGeom prst="rect">
            <a:avLst/>
          </a:prstGeom>
          <a:noFill/>
          <a:ln/>
        </p:spPr>
        <p:txBody>
          <a:bodyPr wrap="square" lIns="0" tIns="0" rIns="0" bIns="0" rtlCol="0" anchor="ctr"/>
          <a:lstStyle/>
          <a:p>
            <a:pPr indent="0" marL="0">
              <a:buNone/>
            </a:pPr>
            <a:r>
              <a:rPr lang="en-US" sz="1700" b="1" dirty="0">
                <a:solidFill>
                  <a:srgbClr val="22212A"/>
                </a:solidFill>
                <a:latin typeface="Malgun Gothic" pitchFamily="34" charset="0"/>
                <a:ea typeface="Malgun Gothic" pitchFamily="34" charset="-122"/>
                <a:cs typeface="Malgun Gothic" pitchFamily="34" charset="-120"/>
              </a:rPr>
              <a:t>창조의 진실</a:t>
            </a:r>
            <a:endParaRPr lang="en-US" sz="1700" dirty="0"/>
          </a:p>
          <a:p>
            <a:pPr indent="0" marL="0">
              <a:buNone/>
            </a:pPr>
            <a:r>
              <a:rPr lang="en-US" sz="1200" dirty="0">
                <a:solidFill>
                  <a:srgbClr val="6B6778"/>
                </a:solidFill>
                <a:latin typeface="Malgun Gothic" pitchFamily="34" charset="0"/>
                <a:ea typeface="Malgun Gothic" pitchFamily="34" charset="-122"/>
                <a:cs typeface="Malgun Gothic" pitchFamily="34" charset="-120"/>
              </a:rPr>
              <a:t>서양과 동양의 두 관점</a:t>
            </a:r>
            <a:endParaRPr lang="en-US" sz="1700" dirty="0"/>
          </a:p>
        </p:txBody>
      </p:sp>
      <p:sp>
        <p:nvSpPr>
          <p:cNvPr id="10" name="Shape 8"/>
          <p:cNvSpPr/>
          <p:nvPr/>
        </p:nvSpPr>
        <p:spPr>
          <a:xfrm>
            <a:off x="548640" y="3410712"/>
            <a:ext cx="502920" cy="502920"/>
          </a:xfrm>
          <a:prstGeom prst="ellipse">
            <a:avLst/>
          </a:prstGeom>
          <a:solidFill>
            <a:srgbClr val="B23A2E"/>
          </a:solidFill>
          <a:ln w="12700">
            <a:solidFill>
              <a:srgbClr val="B23A2E"/>
            </a:solidFill>
            <a:prstDash val="solid"/>
          </a:ln>
        </p:spPr>
      </p:sp>
      <p:sp>
        <p:nvSpPr>
          <p:cNvPr id="11" name="Text 9"/>
          <p:cNvSpPr txBox="1"/>
          <p:nvPr/>
        </p:nvSpPr>
        <p:spPr>
          <a:xfrm>
            <a:off x="548640" y="3410712"/>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3</a:t>
            </a:r>
            <a:endParaRPr lang="en-US" sz="1600" dirty="0"/>
          </a:p>
        </p:txBody>
      </p:sp>
      <p:sp>
        <p:nvSpPr>
          <p:cNvPr id="12" name="Text 10"/>
          <p:cNvSpPr txBox="1"/>
          <p:nvPr/>
        </p:nvSpPr>
        <p:spPr>
          <a:xfrm>
            <a:off x="1234440" y="3337560"/>
            <a:ext cx="4587088" cy="777240"/>
          </a:xfrm>
          <a:prstGeom prst="rect">
            <a:avLst/>
          </a:prstGeom>
          <a:noFill/>
          <a:ln/>
        </p:spPr>
        <p:txBody>
          <a:bodyPr wrap="square" lIns="0" tIns="0" rIns="0" bIns="0" rtlCol="0" anchor="ctr"/>
          <a:lstStyle/>
          <a:p>
            <a:pPr indent="0" marL="0">
              <a:buNone/>
            </a:pPr>
            <a:r>
              <a:rPr lang="en-US" sz="1700" b="1" dirty="0">
                <a:solidFill>
                  <a:srgbClr val="22212A"/>
                </a:solidFill>
                <a:latin typeface="Malgun Gothic" pitchFamily="34" charset="0"/>
                <a:ea typeface="Malgun Gothic" pitchFamily="34" charset="-122"/>
                <a:cs typeface="Malgun Gothic" pitchFamily="34" charset="-120"/>
              </a:rPr>
              <a:t>창조와 도(道)</a:t>
            </a:r>
            <a:endParaRPr lang="en-US" sz="1700" dirty="0"/>
          </a:p>
          <a:p>
            <a:pPr indent="0" marL="0">
              <a:buNone/>
            </a:pPr>
            <a:r>
              <a:rPr lang="en-US" sz="1200" dirty="0">
                <a:solidFill>
                  <a:srgbClr val="6B6778"/>
                </a:solidFill>
                <a:latin typeface="Malgun Gothic" pitchFamily="34" charset="0"/>
                <a:ea typeface="Malgun Gothic" pitchFamily="34" charset="-122"/>
                <a:cs typeface="Malgun Gothic" pitchFamily="34" charset="-120"/>
              </a:rPr>
              <a:t>도덕경으로 본 창조 순서</a:t>
            </a:r>
            <a:endParaRPr lang="en-US" sz="1700" dirty="0"/>
          </a:p>
        </p:txBody>
      </p:sp>
      <p:sp>
        <p:nvSpPr>
          <p:cNvPr id="13" name="Shape 11"/>
          <p:cNvSpPr/>
          <p:nvPr/>
        </p:nvSpPr>
        <p:spPr>
          <a:xfrm>
            <a:off x="548640" y="4279392"/>
            <a:ext cx="502920" cy="502920"/>
          </a:xfrm>
          <a:prstGeom prst="ellipse">
            <a:avLst/>
          </a:prstGeom>
          <a:solidFill>
            <a:srgbClr val="B23A2E"/>
          </a:solidFill>
          <a:ln w="12700">
            <a:solidFill>
              <a:srgbClr val="B23A2E"/>
            </a:solidFill>
            <a:prstDash val="solid"/>
          </a:ln>
        </p:spPr>
      </p:sp>
      <p:sp>
        <p:nvSpPr>
          <p:cNvPr id="14" name="Text 12"/>
          <p:cNvSpPr txBox="1"/>
          <p:nvPr/>
        </p:nvSpPr>
        <p:spPr>
          <a:xfrm>
            <a:off x="548640" y="4279392"/>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4</a:t>
            </a:r>
            <a:endParaRPr lang="en-US" sz="1600" dirty="0"/>
          </a:p>
        </p:txBody>
      </p:sp>
      <p:sp>
        <p:nvSpPr>
          <p:cNvPr id="15" name="Text 13"/>
          <p:cNvSpPr txBox="1"/>
          <p:nvPr/>
        </p:nvSpPr>
        <p:spPr>
          <a:xfrm>
            <a:off x="1234440" y="4206240"/>
            <a:ext cx="4587088" cy="777240"/>
          </a:xfrm>
          <a:prstGeom prst="rect">
            <a:avLst/>
          </a:prstGeom>
          <a:noFill/>
          <a:ln/>
        </p:spPr>
        <p:txBody>
          <a:bodyPr wrap="square" lIns="0" tIns="0" rIns="0" bIns="0" rtlCol="0" anchor="ctr"/>
          <a:lstStyle/>
          <a:p>
            <a:pPr indent="0" marL="0">
              <a:buNone/>
            </a:pPr>
            <a:r>
              <a:rPr lang="en-US" sz="1700" b="1" dirty="0">
                <a:solidFill>
                  <a:srgbClr val="22212A"/>
                </a:solidFill>
                <a:latin typeface="Malgun Gothic" pitchFamily="34" charset="0"/>
                <a:ea typeface="Malgun Gothic" pitchFamily="34" charset="-122"/>
                <a:cs typeface="Malgun Gothic" pitchFamily="34" charset="-120"/>
              </a:rPr>
              <a:t>창조와 수(數)</a:t>
            </a:r>
            <a:endParaRPr lang="en-US" sz="1700" dirty="0"/>
          </a:p>
          <a:p>
            <a:pPr indent="0" marL="0">
              <a:buNone/>
            </a:pPr>
            <a:r>
              <a:rPr lang="en-US" sz="1200" dirty="0">
                <a:solidFill>
                  <a:srgbClr val="6B6778"/>
                </a:solidFill>
                <a:latin typeface="Malgun Gothic" pitchFamily="34" charset="0"/>
                <a:ea typeface="Malgun Gothic" pitchFamily="34" charset="-122"/>
                <a:cs typeface="Malgun Gothic" pitchFamily="34" charset="-120"/>
              </a:rPr>
              <a:t>하도와 낙서</a:t>
            </a:r>
            <a:endParaRPr lang="en-US" sz="1700" dirty="0"/>
          </a:p>
        </p:txBody>
      </p:sp>
      <p:sp>
        <p:nvSpPr>
          <p:cNvPr id="16" name="Shape 14"/>
          <p:cNvSpPr/>
          <p:nvPr/>
        </p:nvSpPr>
        <p:spPr>
          <a:xfrm>
            <a:off x="6324448" y="1673352"/>
            <a:ext cx="502920" cy="502920"/>
          </a:xfrm>
          <a:prstGeom prst="ellipse">
            <a:avLst/>
          </a:prstGeom>
          <a:solidFill>
            <a:srgbClr val="B23A2E"/>
          </a:solidFill>
          <a:ln w="12700">
            <a:solidFill>
              <a:srgbClr val="B23A2E"/>
            </a:solidFill>
            <a:prstDash val="solid"/>
          </a:ln>
        </p:spPr>
      </p:sp>
      <p:sp>
        <p:nvSpPr>
          <p:cNvPr id="17" name="Text 15"/>
          <p:cNvSpPr txBox="1"/>
          <p:nvPr/>
        </p:nvSpPr>
        <p:spPr>
          <a:xfrm>
            <a:off x="6324448" y="1673352"/>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5</a:t>
            </a:r>
            <a:endParaRPr lang="en-US" sz="1600" dirty="0"/>
          </a:p>
        </p:txBody>
      </p:sp>
      <p:sp>
        <p:nvSpPr>
          <p:cNvPr id="18" name="Text 16"/>
          <p:cNvSpPr txBox="1"/>
          <p:nvPr/>
        </p:nvSpPr>
        <p:spPr>
          <a:xfrm>
            <a:off x="7010248" y="1600200"/>
            <a:ext cx="4587088" cy="777240"/>
          </a:xfrm>
          <a:prstGeom prst="rect">
            <a:avLst/>
          </a:prstGeom>
          <a:noFill/>
          <a:ln/>
        </p:spPr>
        <p:txBody>
          <a:bodyPr wrap="square" lIns="0" tIns="0" rIns="0" bIns="0" rtlCol="0" anchor="ctr"/>
          <a:lstStyle/>
          <a:p>
            <a:pPr indent="0" marL="0">
              <a:buNone/>
            </a:pPr>
            <a:r>
              <a:rPr lang="en-US" sz="1700" b="1" dirty="0">
                <a:solidFill>
                  <a:srgbClr val="22212A"/>
                </a:solidFill>
                <a:latin typeface="Malgun Gothic" pitchFamily="34" charset="0"/>
                <a:ea typeface="Malgun Gothic" pitchFamily="34" charset="-122"/>
                <a:cs typeface="Malgun Gothic" pitchFamily="34" charset="-120"/>
              </a:rPr>
              <a:t>창조와 역(易)</a:t>
            </a:r>
            <a:endParaRPr lang="en-US" sz="1700" dirty="0"/>
          </a:p>
          <a:p>
            <a:pPr indent="0" marL="0">
              <a:buNone/>
            </a:pPr>
            <a:r>
              <a:rPr lang="en-US" sz="1200" dirty="0">
                <a:solidFill>
                  <a:srgbClr val="6B6778"/>
                </a:solidFill>
                <a:latin typeface="Malgun Gothic" pitchFamily="34" charset="0"/>
                <a:ea typeface="Malgun Gothic" pitchFamily="34" charset="-122"/>
                <a:cs typeface="Malgun Gothic" pitchFamily="34" charset="-120"/>
              </a:rPr>
              <a:t>태극에서 64괘까지</a:t>
            </a:r>
            <a:endParaRPr lang="en-US" sz="1700" dirty="0"/>
          </a:p>
        </p:txBody>
      </p:sp>
      <p:sp>
        <p:nvSpPr>
          <p:cNvPr id="19" name="Shape 17"/>
          <p:cNvSpPr/>
          <p:nvPr/>
        </p:nvSpPr>
        <p:spPr>
          <a:xfrm>
            <a:off x="6324448" y="2542032"/>
            <a:ext cx="502920" cy="502920"/>
          </a:xfrm>
          <a:prstGeom prst="ellipse">
            <a:avLst/>
          </a:prstGeom>
          <a:solidFill>
            <a:srgbClr val="B23A2E"/>
          </a:solidFill>
          <a:ln w="12700">
            <a:solidFill>
              <a:srgbClr val="B23A2E"/>
            </a:solidFill>
            <a:prstDash val="solid"/>
          </a:ln>
        </p:spPr>
      </p:sp>
      <p:sp>
        <p:nvSpPr>
          <p:cNvPr id="20" name="Text 18"/>
          <p:cNvSpPr txBox="1"/>
          <p:nvPr/>
        </p:nvSpPr>
        <p:spPr>
          <a:xfrm>
            <a:off x="6324448" y="2542032"/>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6</a:t>
            </a:r>
            <a:endParaRPr lang="en-US" sz="1600" dirty="0"/>
          </a:p>
        </p:txBody>
      </p:sp>
      <p:sp>
        <p:nvSpPr>
          <p:cNvPr id="21" name="Text 19"/>
          <p:cNvSpPr txBox="1"/>
          <p:nvPr/>
        </p:nvSpPr>
        <p:spPr>
          <a:xfrm>
            <a:off x="7010248" y="2468880"/>
            <a:ext cx="4587088" cy="777240"/>
          </a:xfrm>
          <a:prstGeom prst="rect">
            <a:avLst/>
          </a:prstGeom>
          <a:noFill/>
          <a:ln/>
        </p:spPr>
        <p:txBody>
          <a:bodyPr wrap="square" lIns="0" tIns="0" rIns="0" bIns="0" rtlCol="0" anchor="ctr"/>
          <a:lstStyle/>
          <a:p>
            <a:pPr indent="0" marL="0">
              <a:buNone/>
            </a:pPr>
            <a:r>
              <a:rPr lang="en-US" sz="1700" b="1" dirty="0">
                <a:solidFill>
                  <a:srgbClr val="22212A"/>
                </a:solidFill>
                <a:latin typeface="Malgun Gothic" pitchFamily="34" charset="0"/>
                <a:ea typeface="Malgun Gothic" pitchFamily="34" charset="-122"/>
                <a:cs typeface="Malgun Gothic" pitchFamily="34" charset="-120"/>
              </a:rPr>
              <a:t>연해자평의 창조 과정</a:t>
            </a:r>
            <a:endParaRPr lang="en-US" sz="1700" dirty="0"/>
          </a:p>
          <a:p>
            <a:pPr indent="0" marL="0">
              <a:buNone/>
            </a:pPr>
            <a:r>
              <a:rPr lang="en-US" sz="1200" dirty="0">
                <a:solidFill>
                  <a:srgbClr val="6B6778"/>
                </a:solidFill>
                <a:latin typeface="Malgun Gothic" pitchFamily="34" charset="0"/>
                <a:ea typeface="Malgun Gothic" pitchFamily="34" charset="-122"/>
                <a:cs typeface="Malgun Gothic" pitchFamily="34" charset="-120"/>
              </a:rPr>
              <a:t>太易에서 太極까지</a:t>
            </a:r>
            <a:endParaRPr lang="en-US" sz="1700" dirty="0"/>
          </a:p>
        </p:txBody>
      </p:sp>
      <p:sp>
        <p:nvSpPr>
          <p:cNvPr id="22" name="Shape 20"/>
          <p:cNvSpPr/>
          <p:nvPr/>
        </p:nvSpPr>
        <p:spPr>
          <a:xfrm>
            <a:off x="6324448" y="3410712"/>
            <a:ext cx="502920" cy="502920"/>
          </a:xfrm>
          <a:prstGeom prst="ellipse">
            <a:avLst/>
          </a:prstGeom>
          <a:solidFill>
            <a:srgbClr val="B23A2E"/>
          </a:solidFill>
          <a:ln w="12700">
            <a:solidFill>
              <a:srgbClr val="B23A2E"/>
            </a:solidFill>
            <a:prstDash val="solid"/>
          </a:ln>
        </p:spPr>
      </p:sp>
      <p:sp>
        <p:nvSpPr>
          <p:cNvPr id="23" name="Text 21"/>
          <p:cNvSpPr txBox="1"/>
          <p:nvPr/>
        </p:nvSpPr>
        <p:spPr>
          <a:xfrm>
            <a:off x="6324448" y="3410712"/>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7</a:t>
            </a:r>
            <a:endParaRPr lang="en-US" sz="1600" dirty="0"/>
          </a:p>
        </p:txBody>
      </p:sp>
      <p:sp>
        <p:nvSpPr>
          <p:cNvPr id="24" name="Text 22"/>
          <p:cNvSpPr txBox="1"/>
          <p:nvPr/>
        </p:nvSpPr>
        <p:spPr>
          <a:xfrm>
            <a:off x="7010248" y="3337560"/>
            <a:ext cx="4587088" cy="777240"/>
          </a:xfrm>
          <a:prstGeom prst="rect">
            <a:avLst/>
          </a:prstGeom>
          <a:noFill/>
          <a:ln/>
        </p:spPr>
        <p:txBody>
          <a:bodyPr wrap="square" lIns="0" tIns="0" rIns="0" bIns="0" rtlCol="0" anchor="ctr"/>
          <a:lstStyle/>
          <a:p>
            <a:pPr indent="0" marL="0">
              <a:buNone/>
            </a:pPr>
            <a:r>
              <a:rPr lang="en-US" sz="1700" b="1" dirty="0">
                <a:solidFill>
                  <a:srgbClr val="22212A"/>
                </a:solidFill>
                <a:latin typeface="Malgun Gothic" pitchFamily="34" charset="0"/>
                <a:ea typeface="Malgun Gothic" pitchFamily="34" charset="-122"/>
                <a:cs typeface="Malgun Gothic" pitchFamily="34" charset="-120"/>
              </a:rPr>
              <a:t>천부경의 창조 완성</a:t>
            </a:r>
            <a:endParaRPr lang="en-US" sz="1700" dirty="0"/>
          </a:p>
          <a:p>
            <a:pPr indent="0" marL="0">
              <a:buNone/>
            </a:pPr>
            <a:r>
              <a:rPr lang="en-US" sz="1200" dirty="0">
                <a:solidFill>
                  <a:srgbClr val="6B6778"/>
                </a:solidFill>
                <a:latin typeface="Malgun Gothic" pitchFamily="34" charset="0"/>
                <a:ea typeface="Malgun Gothic" pitchFamily="34" charset="-122"/>
                <a:cs typeface="Malgun Gothic" pitchFamily="34" charset="-120"/>
              </a:rPr>
              <a:t>81자에 담긴 一과 三</a:t>
            </a:r>
            <a:endParaRPr lang="en-US" sz="1700" dirty="0"/>
          </a:p>
        </p:txBody>
      </p:sp>
      <p:sp>
        <p:nvSpPr>
          <p:cNvPr id="25" name="Shape 23"/>
          <p:cNvSpPr/>
          <p:nvPr/>
        </p:nvSpPr>
        <p:spPr>
          <a:xfrm>
            <a:off x="6324448" y="4279392"/>
            <a:ext cx="502920" cy="502920"/>
          </a:xfrm>
          <a:prstGeom prst="ellipse">
            <a:avLst/>
          </a:prstGeom>
          <a:solidFill>
            <a:srgbClr val="B23A2E"/>
          </a:solidFill>
          <a:ln w="12700">
            <a:solidFill>
              <a:srgbClr val="B23A2E"/>
            </a:solidFill>
            <a:prstDash val="solid"/>
          </a:ln>
        </p:spPr>
      </p:sp>
      <p:sp>
        <p:nvSpPr>
          <p:cNvPr id="26" name="Text 24"/>
          <p:cNvSpPr txBox="1"/>
          <p:nvPr/>
        </p:nvSpPr>
        <p:spPr>
          <a:xfrm>
            <a:off x="6324448" y="4279392"/>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8</a:t>
            </a:r>
            <a:endParaRPr lang="en-US" sz="1600" dirty="0"/>
          </a:p>
        </p:txBody>
      </p:sp>
      <p:sp>
        <p:nvSpPr>
          <p:cNvPr id="27" name="Text 25"/>
          <p:cNvSpPr txBox="1"/>
          <p:nvPr/>
        </p:nvSpPr>
        <p:spPr>
          <a:xfrm>
            <a:off x="7010248" y="4206240"/>
            <a:ext cx="4587088" cy="777240"/>
          </a:xfrm>
          <a:prstGeom prst="rect">
            <a:avLst/>
          </a:prstGeom>
          <a:noFill/>
          <a:ln/>
        </p:spPr>
        <p:txBody>
          <a:bodyPr wrap="square" lIns="0" tIns="0" rIns="0" bIns="0" rtlCol="0" anchor="ctr"/>
          <a:lstStyle/>
          <a:p>
            <a:pPr indent="0" marL="0">
              <a:buNone/>
            </a:pPr>
            <a:r>
              <a:rPr lang="en-US" sz="1700" b="1" dirty="0">
                <a:solidFill>
                  <a:srgbClr val="22212A"/>
                </a:solidFill>
                <a:latin typeface="Malgun Gothic" pitchFamily="34" charset="0"/>
                <a:ea typeface="Malgun Gothic" pitchFamily="34" charset="-122"/>
                <a:cs typeface="Malgun Gothic" pitchFamily="34" charset="-120"/>
              </a:rPr>
              <a:t>음양오행과 한민족</a:t>
            </a:r>
            <a:endParaRPr lang="en-US" sz="1700" dirty="0"/>
          </a:p>
          <a:p>
            <a:pPr indent="0" marL="0">
              <a:buNone/>
            </a:pPr>
            <a:r>
              <a:rPr lang="en-US" sz="1200" dirty="0">
                <a:solidFill>
                  <a:srgbClr val="6B6778"/>
                </a:solidFill>
                <a:latin typeface="Malgun Gothic" pitchFamily="34" charset="0"/>
                <a:ea typeface="Malgun Gothic" pitchFamily="34" charset="-122"/>
                <a:cs typeface="Malgun Gothic" pitchFamily="34" charset="-120"/>
              </a:rPr>
              <a:t>저자의 역사관과 우리말</a:t>
            </a:r>
            <a:endParaRPr lang="en-US" sz="1700" dirty="0"/>
          </a:p>
        </p:txBody>
      </p:sp>
      <p:sp>
        <p:nvSpPr>
          <p:cNvPr id="28" name="Text 26"/>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rgbClr val="6B6778"/>
                </a:solidFill>
                <a:latin typeface="Malgun Gothic" pitchFamily="34" charset="0"/>
                <a:ea typeface="Malgun Gothic" pitchFamily="34" charset="-122"/>
                <a:cs typeface="Malgun Gothic" pitchFamily="34" charset="-120"/>
              </a:rPr>
              <a:t>의명보감 1 기초편 · 제1장 창조와 음양오행</a:t>
            </a:r>
            <a:endParaRPr lang="en-US" sz="1000" dirty="0"/>
          </a:p>
        </p:txBody>
      </p:sp>
      <p:sp>
        <p:nvSpPr>
          <p:cNvPr id="29" name="Text 27"/>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6B6778"/>
                </a:solidFill>
                <a:latin typeface="Malgun Gothic" pitchFamily="34" charset="0"/>
                <a:ea typeface="Malgun Gothic" pitchFamily="34" charset="-122"/>
                <a:cs typeface="Malgun Gothic"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D1C24"/>
        </a:solidFill>
      </p:bgPr>
    </p:bg>
    <p:spTree>
      <p:nvGrpSpPr>
        <p:cNvPr id="1" name=""/>
        <p:cNvGrpSpPr/>
        <p:nvPr/>
      </p:nvGrpSpPr>
      <p:grpSpPr>
        <a:xfrm>
          <a:off x="0" y="0"/>
          <a:ext cx="0" cy="0"/>
          <a:chOff x="0" y="0"/>
          <a:chExt cx="0" cy="0"/>
        </a:xfrm>
      </p:grpSpPr>
      <p:sp>
        <p:nvSpPr>
          <p:cNvPr id="2" name="Text 0"/>
          <p:cNvSpPr txBox="1"/>
          <p:nvPr/>
        </p:nvSpPr>
        <p:spPr>
          <a:xfrm>
            <a:off x="548640" y="1371600"/>
            <a:ext cx="3657600" cy="1645920"/>
          </a:xfrm>
          <a:prstGeom prst="rect">
            <a:avLst/>
          </a:prstGeom>
          <a:noFill/>
          <a:ln/>
        </p:spPr>
        <p:txBody>
          <a:bodyPr wrap="square" lIns="0" tIns="0" rIns="0" bIns="0" rtlCol="0" anchor="ctr"/>
          <a:lstStyle/>
          <a:p>
            <a:pPr indent="0" marL="0">
              <a:buNone/>
            </a:pPr>
            <a:r>
              <a:rPr lang="en-US" sz="11000" b="1" dirty="0">
                <a:solidFill>
                  <a:srgbClr val="B23A2E"/>
                </a:solidFill>
                <a:latin typeface="Malgun Gothic" pitchFamily="34" charset="0"/>
                <a:ea typeface="Malgun Gothic" pitchFamily="34" charset="-122"/>
                <a:cs typeface="Malgun Gothic" pitchFamily="34" charset="-120"/>
              </a:rPr>
              <a:t>00</a:t>
            </a:r>
            <a:endParaRPr lang="en-US" sz="11000" dirty="0"/>
          </a:p>
        </p:txBody>
      </p:sp>
      <p:sp>
        <p:nvSpPr>
          <p:cNvPr id="3" name="Text 1"/>
          <p:cNvSpPr txBox="1"/>
          <p:nvPr/>
        </p:nvSpPr>
        <p:spPr>
          <a:xfrm>
            <a:off x="548640" y="3108960"/>
            <a:ext cx="11094415" cy="914400"/>
          </a:xfrm>
          <a:prstGeom prst="rect">
            <a:avLst/>
          </a:prstGeom>
          <a:noFill/>
          <a:ln/>
        </p:spPr>
        <p:txBody>
          <a:bodyPr wrap="square" lIns="0" tIns="0" rIns="0" bIns="0" rtlCol="0" anchor="ctr"/>
          <a:lstStyle/>
          <a:p>
            <a:pPr indent="0" marL="0">
              <a:buNone/>
            </a:pPr>
            <a:r>
              <a:rPr lang="en-US" sz="4000" b="1" dirty="0">
                <a:solidFill>
                  <a:srgbClr val="F4F1EA"/>
                </a:solidFill>
                <a:latin typeface="Malgun Gothic" pitchFamily="34" charset="0"/>
                <a:ea typeface="Malgun Gothic" pitchFamily="34" charset="-122"/>
                <a:cs typeface="Malgun Gothic" pitchFamily="34" charset="-120"/>
              </a:rPr>
              <a:t>들어가며 — 의명학이란?</a:t>
            </a:r>
            <a:endParaRPr lang="en-US" sz="4000" dirty="0"/>
          </a:p>
        </p:txBody>
      </p:sp>
      <p:sp>
        <p:nvSpPr>
          <p:cNvPr id="4" name="Text 2"/>
          <p:cNvSpPr txBox="1"/>
          <p:nvPr/>
        </p:nvSpPr>
        <p:spPr>
          <a:xfrm>
            <a:off x="548640" y="4069080"/>
            <a:ext cx="9144000" cy="914400"/>
          </a:xfrm>
          <a:prstGeom prst="rect">
            <a:avLst/>
          </a:prstGeom>
          <a:noFill/>
          <a:ln/>
        </p:spPr>
        <p:txBody>
          <a:bodyPr wrap="square" lIns="0" tIns="0" rIns="0" bIns="0" rtlCol="0" anchor="t"/>
          <a:lstStyle/>
          <a:p>
            <a:pPr indent="0" marL="0">
              <a:buNone/>
            </a:pPr>
            <a:r>
              <a:rPr lang="en-US" sz="1800" dirty="0">
                <a:solidFill>
                  <a:srgbClr val="A9A4B5"/>
                </a:solidFill>
                <a:latin typeface="Malgun Gothic" pitchFamily="34" charset="0"/>
                <a:ea typeface="Malgun Gothic" pitchFamily="34" charset="-122"/>
                <a:cs typeface="Malgun Gothic" pitchFamily="34" charset="-120"/>
              </a:rPr>
              <a:t>회고의 말 · 개요(의명학개론)</a:t>
            </a:r>
            <a:endParaRPr lang="en-US" sz="1800" dirty="0"/>
          </a:p>
        </p:txBody>
      </p:sp>
      <p:sp>
        <p:nvSpPr>
          <p:cNvPr id="5" name="Text 3"/>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rgbClr val="A9A4B5"/>
                </a:solidFill>
                <a:latin typeface="Malgun Gothic" pitchFamily="34" charset="0"/>
                <a:ea typeface="Malgun Gothic" pitchFamily="34" charset="-122"/>
                <a:cs typeface="Malgun Gothic" pitchFamily="34" charset="-120"/>
              </a:rPr>
              <a:t>의명보감 1 기초편 · 제1장 창조와 음양오행</a:t>
            </a:r>
            <a:endParaRPr lang="en-US" sz="1000" dirty="0"/>
          </a:p>
        </p:txBody>
      </p:sp>
      <p:sp>
        <p:nvSpPr>
          <p:cNvPr id="6" name="Text 4"/>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A9A4B5"/>
                </a:solidFill>
                <a:latin typeface="Malgun Gothic" pitchFamily="34" charset="0"/>
                <a:ea typeface="Malgun Gothic" pitchFamily="34" charset="-122"/>
                <a:cs typeface="Malgun Gothic"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320040"/>
          </a:xfrm>
          <a:prstGeom prst="rect">
            <a:avLst/>
          </a:prstGeom>
          <a:noFill/>
          <a:ln/>
        </p:spPr>
        <p:txBody>
          <a:bodyPr wrap="square" lIns="0" tIns="0" rIns="0" bIns="0" rtlCol="0" anchor="ctr"/>
          <a:lstStyle/>
          <a:p>
            <a:pPr indent="0" marL="0">
              <a:buNone/>
            </a:pPr>
            <a:r>
              <a:rPr lang="en-US" sz="1300" b="1" dirty="0">
                <a:solidFill>
                  <a:srgbClr val="B23A2E"/>
                </a:solidFill>
                <a:latin typeface="Malgun Gothic" pitchFamily="34" charset="0"/>
                <a:ea typeface="Malgun Gothic" pitchFamily="34" charset="-122"/>
                <a:cs typeface="Malgun Gothic" pitchFamily="34" charset="-120"/>
              </a:rPr>
              <a:t>회고의 말</a:t>
            </a:r>
            <a:endParaRPr lang="en-US" sz="1300" dirty="0"/>
          </a:p>
        </p:txBody>
      </p:sp>
      <p:sp>
        <p:nvSpPr>
          <p:cNvPr id="3" name="Text 1"/>
          <p:cNvSpPr txBox="1"/>
          <p:nvPr/>
        </p:nvSpPr>
        <p:spPr>
          <a:xfrm>
            <a:off x="548640" y="658368"/>
            <a:ext cx="11094415" cy="685800"/>
          </a:xfrm>
          <a:prstGeom prst="rect">
            <a:avLst/>
          </a:prstGeom>
          <a:noFill/>
          <a:ln/>
        </p:spPr>
        <p:txBody>
          <a:bodyPr wrap="square" lIns="0" tIns="0" rIns="0" bIns="0" rtlCol="0" anchor="ctr"/>
          <a:lstStyle/>
          <a:p>
            <a:pPr indent="0" marL="0">
              <a:buNone/>
            </a:pPr>
            <a:r>
              <a:rPr lang="en-US" sz="3000" b="1" dirty="0">
                <a:solidFill>
                  <a:srgbClr val="22212A"/>
                </a:solidFill>
                <a:latin typeface="Malgun Gothic" pitchFamily="34" charset="0"/>
                <a:ea typeface="Malgun Gothic" pitchFamily="34" charset="-122"/>
                <a:cs typeface="Malgun Gothic" pitchFamily="34" charset="-120"/>
              </a:rPr>
              <a:t>저자는 왜 의명학을 만들었나</a:t>
            </a:r>
            <a:endParaRPr lang="en-US" sz="3000" dirty="0"/>
          </a:p>
        </p:txBody>
      </p:sp>
      <p:sp>
        <p:nvSpPr>
          <p:cNvPr id="4" name="Text 2"/>
          <p:cNvSpPr txBox="1"/>
          <p:nvPr/>
        </p:nvSpPr>
        <p:spPr>
          <a:xfrm>
            <a:off x="548640" y="1554480"/>
            <a:ext cx="7223760" cy="4572000"/>
          </a:xfrm>
          <a:prstGeom prst="rect">
            <a:avLst/>
          </a:prstGeom>
          <a:noFill/>
          <a:ln/>
        </p:spPr>
        <p:txBody>
          <a:bodyPr wrap="square" lIns="0" tIns="0" rIns="0" bIns="0" rtlCol="0" anchor="t"/>
          <a:lstStyle/>
          <a:p>
            <a:pPr indent="0" marL="0">
              <a:lnSpc>
                <a:spcPct val="115000"/>
              </a:lnSpc>
              <a:buNone/>
            </a:pPr>
            <a:r>
              <a:rPr lang="en-US" sz="1900" b="1" dirty="0">
                <a:solidFill>
                  <a:srgbClr val="22212A"/>
                </a:solidFill>
                <a:latin typeface="Malgun Gothic" pitchFamily="34" charset="0"/>
                <a:ea typeface="Malgun Gothic" pitchFamily="34" charset="-122"/>
                <a:cs typeface="Malgun Gothic" pitchFamily="34" charset="-120"/>
              </a:rPr>
              <a:t>출발점: 불평등에 대한 물음</a:t>
            </a:r>
            <a:endParaRPr lang="en-US" sz="1900" dirty="0"/>
          </a:p>
          <a:p>
            <a:pPr indent="0" marL="0">
              <a:lnSpc>
                <a:spcPct val="115000"/>
              </a:lnSpc>
              <a:spcAft>
                <a:spcPts val="1600"/>
              </a:spcAft>
              <a:buNone/>
            </a:pPr>
            <a:r>
              <a:rPr lang="en-US" sz="1700" dirty="0">
                <a:solidFill>
                  <a:srgbClr val="6B6778"/>
                </a:solidFill>
                <a:latin typeface="Malgun Gothic" pitchFamily="34" charset="0"/>
                <a:ea typeface="Malgun Gothic" pitchFamily="34" charset="-122"/>
                <a:cs typeface="Malgun Gothic" pitchFamily="34" charset="-120"/>
              </a:rPr>
              <a:t>인도 성지에서 성자·귀족·천민, 그리고 태어나고 병들고 늙고 죽는 사람들을 보며 "삶과 건강을 불평등하게 만드는 절대원리가 있다"고 확신했습니다.</a:t>
            </a:r>
            <a:endParaRPr lang="en-US" sz="1900" dirty="0"/>
          </a:p>
          <a:p>
            <a:pPr indent="0" marL="0">
              <a:lnSpc>
                <a:spcPct val="115000"/>
              </a:lnSpc>
              <a:buNone/>
            </a:pPr>
            <a:r>
              <a:rPr lang="en-US" sz="1900" b="1" dirty="0">
                <a:solidFill>
                  <a:srgbClr val="22212A"/>
                </a:solidFill>
                <a:latin typeface="Malgun Gothic" pitchFamily="34" charset="0"/>
                <a:ea typeface="Malgun Gothic" pitchFamily="34" charset="-122"/>
                <a:cs typeface="Malgun Gothic" pitchFamily="34" charset="-120"/>
              </a:rPr>
              <a:t>발견: 『황제내경』의 사시(四時)</a:t>
            </a:r>
            <a:endParaRPr lang="en-US" sz="1900" dirty="0"/>
          </a:p>
          <a:p>
            <a:pPr indent="0" marL="0">
              <a:lnSpc>
                <a:spcPct val="115000"/>
              </a:lnSpc>
              <a:spcAft>
                <a:spcPts val="1600"/>
              </a:spcAft>
              <a:buNone/>
            </a:pPr>
            <a:r>
              <a:rPr lang="en-US" sz="1700" dirty="0">
                <a:solidFill>
                  <a:srgbClr val="6B6778"/>
                </a:solidFill>
                <a:latin typeface="Malgun Gothic" pitchFamily="34" charset="0"/>
                <a:ea typeface="Malgun Gothic" pitchFamily="34" charset="-122"/>
                <a:cs typeface="Malgun Gothic" pitchFamily="34" charset="-120"/>
              </a:rPr>
              <a:t>봄·여름·가을·겨울, 아침·낮·저녁·밤을 오가게 하는 변화 규율이 곧 생·노·병·사를 가르는 절대원리라고 보았습니다.</a:t>
            </a:r>
            <a:endParaRPr lang="en-US" sz="1900" dirty="0"/>
          </a:p>
          <a:p>
            <a:pPr indent="0" marL="0">
              <a:lnSpc>
                <a:spcPct val="115000"/>
              </a:lnSpc>
              <a:buNone/>
            </a:pPr>
            <a:r>
              <a:rPr lang="en-US" sz="1900" b="1" dirty="0">
                <a:solidFill>
                  <a:srgbClr val="22212A"/>
                </a:solidFill>
                <a:latin typeface="Malgun Gothic" pitchFamily="34" charset="0"/>
                <a:ea typeface="Malgun Gothic" pitchFamily="34" charset="-122"/>
                <a:cs typeface="Malgun Gothic" pitchFamily="34" charset="-120"/>
              </a:rPr>
              <a:t>명(命)과 도(道)는 둘이 아니다</a:t>
            </a:r>
            <a:endParaRPr lang="en-US" sz="1900" dirty="0"/>
          </a:p>
          <a:p>
            <a:pPr indent="0" marL="0">
              <a:lnSpc>
                <a:spcPct val="115000"/>
              </a:lnSpc>
              <a:buNone/>
            </a:pPr>
            <a:r>
              <a:rPr lang="en-US" sz="1700" dirty="0">
                <a:solidFill>
                  <a:srgbClr val="6B6778"/>
                </a:solidFill>
                <a:latin typeface="Malgun Gothic" pitchFamily="34" charset="0"/>
                <a:ea typeface="Malgun Gothic" pitchFamily="34" charset="-122"/>
                <a:cs typeface="Malgun Gothic" pitchFamily="34" charset="-120"/>
              </a:rPr>
              <a:t>노자의 도, 공자의 예, 주자의 이기론, 퇴계의 성리학이 모두 역(易)의 논리 안에 있다고 봅니다.</a:t>
            </a:r>
            <a:endParaRPr lang="en-US" sz="1900" dirty="0"/>
          </a:p>
        </p:txBody>
      </p:sp>
      <p:sp>
        <p:nvSpPr>
          <p:cNvPr id="5" name="Shape 3"/>
          <p:cNvSpPr/>
          <p:nvPr/>
        </p:nvSpPr>
        <p:spPr>
          <a:xfrm>
            <a:off x="8229600" y="1554480"/>
            <a:ext cx="3410712" cy="4480560"/>
          </a:xfrm>
          <a:prstGeom prst="roundRect">
            <a:avLst>
              <a:gd name="adj" fmla="val 4021"/>
            </a:avLst>
          </a:prstGeom>
          <a:solidFill>
            <a:srgbClr val="F3F1F6"/>
          </a:solidFill>
          <a:ln w="12700">
            <a:solidFill>
              <a:srgbClr val="F3F1F6"/>
            </a:solidFill>
            <a:prstDash val="solid"/>
          </a:ln>
        </p:spPr>
      </p:sp>
      <p:sp>
        <p:nvSpPr>
          <p:cNvPr id="6" name="Shape 4"/>
          <p:cNvSpPr/>
          <p:nvPr/>
        </p:nvSpPr>
        <p:spPr>
          <a:xfrm>
            <a:off x="8837676" y="1920240"/>
            <a:ext cx="2194560" cy="2194560"/>
          </a:xfrm>
          <a:prstGeom prst="ellipse">
            <a:avLst/>
          </a:prstGeom>
          <a:solidFill>
            <a:srgbClr val="B23A2E"/>
          </a:solidFill>
          <a:ln w="12700">
            <a:solidFill>
              <a:srgbClr val="B23A2E"/>
            </a:solidFill>
            <a:prstDash val="solid"/>
          </a:ln>
        </p:spPr>
      </p:sp>
      <p:sp>
        <p:nvSpPr>
          <p:cNvPr id="7" name="Text 5"/>
          <p:cNvSpPr txBox="1"/>
          <p:nvPr/>
        </p:nvSpPr>
        <p:spPr>
          <a:xfrm>
            <a:off x="8837676" y="1920240"/>
            <a:ext cx="2194560" cy="2194560"/>
          </a:xfrm>
          <a:prstGeom prst="rect">
            <a:avLst/>
          </a:prstGeom>
          <a:noFill/>
          <a:ln/>
        </p:spPr>
        <p:txBody>
          <a:bodyPr wrap="square" lIns="0" tIns="0" rIns="0" bIns="0" rtlCol="0" anchor="ctr"/>
          <a:lstStyle/>
          <a:p>
            <a:pPr algn="ctr" indent="0" marL="0">
              <a:buNone/>
            </a:pPr>
            <a:r>
              <a:rPr lang="en-US" sz="4800" b="1" dirty="0">
                <a:solidFill>
                  <a:srgbClr val="FFFFFF"/>
                </a:solidFill>
                <a:latin typeface="Malgun Gothic" pitchFamily="34" charset="0"/>
                <a:ea typeface="Malgun Gothic" pitchFamily="34" charset="-122"/>
                <a:cs typeface="Malgun Gothic" pitchFamily="34" charset="-120"/>
              </a:rPr>
              <a:t>四時</a:t>
            </a:r>
            <a:endParaRPr lang="en-US" sz="4800" dirty="0"/>
          </a:p>
        </p:txBody>
      </p:sp>
      <p:sp>
        <p:nvSpPr>
          <p:cNvPr id="8" name="Text 6"/>
          <p:cNvSpPr txBox="1"/>
          <p:nvPr/>
        </p:nvSpPr>
        <p:spPr>
          <a:xfrm>
            <a:off x="8412480" y="4343400"/>
            <a:ext cx="3044952" cy="1463040"/>
          </a:xfrm>
          <a:prstGeom prst="rect">
            <a:avLst/>
          </a:prstGeom>
          <a:noFill/>
          <a:ln/>
        </p:spPr>
        <p:txBody>
          <a:bodyPr wrap="square" lIns="0" tIns="0" rIns="0" bIns="0" rtlCol="0" anchor="t"/>
          <a:lstStyle/>
          <a:p>
            <a:pPr algn="ctr" indent="0" marL="0">
              <a:buNone/>
            </a:pPr>
            <a:r>
              <a:rPr lang="en-US" sz="1400" dirty="0">
                <a:solidFill>
                  <a:srgbClr val="22212A"/>
                </a:solidFill>
                <a:latin typeface="Malgun Gothic" pitchFamily="34" charset="0"/>
                <a:ea typeface="Malgun Gothic" pitchFamily="34" charset="-122"/>
                <a:cs typeface="Malgun Gothic" pitchFamily="34" charset="-120"/>
              </a:rPr>
              <a:t>지구의 공전(12개월)과 자전(24시간)이 만드는</a:t>
            </a:r>
            <a:endParaRPr lang="en-US" sz="1400" dirty="0"/>
          </a:p>
          <a:p>
            <a:pPr algn="ctr" indent="0" marL="0">
              <a:buNone/>
            </a:pPr>
            <a:r>
              <a:rPr lang="en-US" sz="1400" dirty="0">
                <a:solidFill>
                  <a:srgbClr val="22212A"/>
                </a:solidFill>
                <a:latin typeface="Malgun Gothic" pitchFamily="34" charset="0"/>
                <a:ea typeface="Malgun Gothic" pitchFamily="34" charset="-122"/>
                <a:cs typeface="Malgun Gothic" pitchFamily="34" charset="-120"/>
              </a:rPr>
              <a:t>기후와 에너지의 변화</a:t>
            </a:r>
            <a:endParaRPr lang="en-US" sz="1400" dirty="0"/>
          </a:p>
        </p:txBody>
      </p:sp>
      <p:sp>
        <p:nvSpPr>
          <p:cNvPr id="9" name="Text 7"/>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rgbClr val="6B6778"/>
                </a:solidFill>
                <a:latin typeface="Malgun Gothic" pitchFamily="34" charset="0"/>
                <a:ea typeface="Malgun Gothic" pitchFamily="34" charset="-122"/>
                <a:cs typeface="Malgun Gothic" pitchFamily="34" charset="-120"/>
              </a:rPr>
              <a:t>의명보감 1 기초편 · 제1장 창조와 음양오행</a:t>
            </a:r>
            <a:endParaRPr lang="en-US" sz="1000" dirty="0"/>
          </a:p>
        </p:txBody>
      </p:sp>
      <p:sp>
        <p:nvSpPr>
          <p:cNvPr id="10" name="Text 8"/>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6B6778"/>
                </a:solidFill>
                <a:latin typeface="Malgun Gothic" pitchFamily="34" charset="0"/>
                <a:ea typeface="Malgun Gothic" pitchFamily="34" charset="-122"/>
                <a:cs typeface="Malgun Gothic"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320040"/>
          </a:xfrm>
          <a:prstGeom prst="rect">
            <a:avLst/>
          </a:prstGeom>
          <a:noFill/>
          <a:ln/>
        </p:spPr>
        <p:txBody>
          <a:bodyPr wrap="square" lIns="0" tIns="0" rIns="0" bIns="0" rtlCol="0" anchor="ctr"/>
          <a:lstStyle/>
          <a:p>
            <a:pPr indent="0" marL="0">
              <a:buNone/>
            </a:pPr>
            <a:r>
              <a:rPr lang="en-US" sz="1300" b="1" dirty="0">
                <a:solidFill>
                  <a:srgbClr val="B23A2E"/>
                </a:solidFill>
                <a:latin typeface="Malgun Gothic" pitchFamily="34" charset="0"/>
                <a:ea typeface="Malgun Gothic" pitchFamily="34" charset="-122"/>
                <a:cs typeface="Malgun Gothic" pitchFamily="34" charset="-120"/>
              </a:rPr>
              <a:t>개요</a:t>
            </a:r>
            <a:endParaRPr lang="en-US" sz="1300" dirty="0"/>
          </a:p>
        </p:txBody>
      </p:sp>
      <p:sp>
        <p:nvSpPr>
          <p:cNvPr id="3" name="Text 1"/>
          <p:cNvSpPr txBox="1"/>
          <p:nvPr/>
        </p:nvSpPr>
        <p:spPr>
          <a:xfrm>
            <a:off x="548640" y="658368"/>
            <a:ext cx="11094415" cy="685800"/>
          </a:xfrm>
          <a:prstGeom prst="rect">
            <a:avLst/>
          </a:prstGeom>
          <a:noFill/>
          <a:ln/>
        </p:spPr>
        <p:txBody>
          <a:bodyPr wrap="square" lIns="0" tIns="0" rIns="0" bIns="0" rtlCol="0" anchor="ctr"/>
          <a:lstStyle/>
          <a:p>
            <a:pPr indent="0" marL="0">
              <a:buNone/>
            </a:pPr>
            <a:r>
              <a:rPr lang="en-US" sz="3000" b="1" dirty="0">
                <a:solidFill>
                  <a:srgbClr val="22212A"/>
                </a:solidFill>
                <a:latin typeface="Malgun Gothic" pitchFamily="34" charset="0"/>
                <a:ea typeface="Malgun Gothic" pitchFamily="34" charset="-122"/>
                <a:cs typeface="Malgun Gothic" pitchFamily="34" charset="-120"/>
              </a:rPr>
              <a:t>의명학의 정의와 방법</a:t>
            </a:r>
            <a:endParaRPr lang="en-US" sz="3000" dirty="0"/>
          </a:p>
        </p:txBody>
      </p:sp>
      <p:sp>
        <p:nvSpPr>
          <p:cNvPr id="4" name="Text 2"/>
          <p:cNvSpPr txBox="1"/>
          <p:nvPr/>
        </p:nvSpPr>
        <p:spPr>
          <a:xfrm>
            <a:off x="548640" y="1554480"/>
            <a:ext cx="7223760" cy="4572000"/>
          </a:xfrm>
          <a:prstGeom prst="rect">
            <a:avLst/>
          </a:prstGeom>
          <a:noFill/>
          <a:ln/>
        </p:spPr>
        <p:txBody>
          <a:bodyPr wrap="square" lIns="0" tIns="0" rIns="0" bIns="0" rtlCol="0" anchor="t"/>
          <a:lstStyle/>
          <a:p>
            <a:pPr indent="0" marL="0">
              <a:lnSpc>
                <a:spcPct val="115000"/>
              </a:lnSpc>
              <a:buNone/>
            </a:pPr>
            <a:r>
              <a:rPr lang="en-US" sz="1900" b="1" dirty="0">
                <a:solidFill>
                  <a:srgbClr val="22212A"/>
                </a:solidFill>
                <a:latin typeface="Malgun Gothic" pitchFamily="34" charset="0"/>
                <a:ea typeface="Malgun Gothic" pitchFamily="34" charset="-122"/>
                <a:cs typeface="Malgun Gothic" pitchFamily="34" charset="-120"/>
              </a:rPr>
              <a:t>정의</a:t>
            </a:r>
            <a:endParaRPr lang="en-US" sz="1900" dirty="0"/>
          </a:p>
          <a:p>
            <a:pPr indent="0" marL="0">
              <a:lnSpc>
                <a:spcPct val="115000"/>
              </a:lnSpc>
              <a:spcAft>
                <a:spcPts val="1600"/>
              </a:spcAft>
              <a:buNone/>
            </a:pPr>
            <a:r>
              <a:rPr lang="en-US" sz="1700" dirty="0">
                <a:solidFill>
                  <a:srgbClr val="6B6778"/>
                </a:solidFill>
                <a:latin typeface="Malgun Gothic" pitchFamily="34" charset="0"/>
                <a:ea typeface="Malgun Gothic" pitchFamily="34" charset="-122"/>
                <a:cs typeface="Malgun Gothic" pitchFamily="34" charset="-120"/>
              </a:rPr>
              <a:t>"의명학(醫命學)은 천지자연학이자 천명(天命)의 이치를 밝힌 학문이다." 저자는 자연과학·천체물리학·의학·철학을 아우른다고 말합니다.</a:t>
            </a:r>
            <a:endParaRPr lang="en-US" sz="1900" dirty="0"/>
          </a:p>
          <a:p>
            <a:pPr indent="0" marL="0">
              <a:lnSpc>
                <a:spcPct val="115000"/>
              </a:lnSpc>
              <a:buNone/>
            </a:pPr>
            <a:r>
              <a:rPr lang="en-US" sz="1900" b="1" dirty="0">
                <a:solidFill>
                  <a:srgbClr val="22212A"/>
                </a:solidFill>
                <a:latin typeface="Malgun Gothic" pitchFamily="34" charset="0"/>
                <a:ea typeface="Malgun Gothic" pitchFamily="34" charset="-122"/>
                <a:cs typeface="Malgun Gothic" pitchFamily="34" charset="-120"/>
              </a:rPr>
              <a:t>방법</a:t>
            </a:r>
            <a:endParaRPr lang="en-US" sz="1900" dirty="0"/>
          </a:p>
          <a:p>
            <a:pPr indent="0" marL="0">
              <a:lnSpc>
                <a:spcPct val="115000"/>
              </a:lnSpc>
              <a:spcAft>
                <a:spcPts val="1600"/>
              </a:spcAft>
              <a:buNone/>
            </a:pPr>
            <a:r>
              <a:rPr lang="en-US" sz="1700" dirty="0">
                <a:solidFill>
                  <a:srgbClr val="6B6778"/>
                </a:solidFill>
                <a:latin typeface="Malgun Gothic" pitchFamily="34" charset="0"/>
                <a:ea typeface="Malgun Gothic" pitchFamily="34" charset="-122"/>
                <a:cs typeface="Malgun Gothic" pitchFamily="34" charset="-120"/>
              </a:rPr>
              <a:t>출생 연·월·일·시에 음양오행을 대입해 하나의 공식을 만들고, 앞으로 올 세월의 에너지·기후와 비교합니다.</a:t>
            </a:r>
            <a:endParaRPr lang="en-US" sz="1900" dirty="0"/>
          </a:p>
          <a:p>
            <a:pPr indent="0" marL="0">
              <a:lnSpc>
                <a:spcPct val="115000"/>
              </a:lnSpc>
              <a:buNone/>
            </a:pPr>
            <a:r>
              <a:rPr lang="en-US" sz="1900" b="1" dirty="0">
                <a:solidFill>
                  <a:srgbClr val="22212A"/>
                </a:solidFill>
                <a:latin typeface="Malgun Gothic" pitchFamily="34" charset="0"/>
                <a:ea typeface="Malgun Gothic" pitchFamily="34" charset="-122"/>
                <a:cs typeface="Malgun Gothic" pitchFamily="34" charset="-120"/>
              </a:rPr>
              <a:t>목적</a:t>
            </a:r>
            <a:endParaRPr lang="en-US" sz="1900" dirty="0"/>
          </a:p>
          <a:p>
            <a:pPr indent="0" marL="0">
              <a:lnSpc>
                <a:spcPct val="115000"/>
              </a:lnSpc>
              <a:buNone/>
            </a:pPr>
            <a:r>
              <a:rPr lang="en-US" sz="1700" dirty="0">
                <a:solidFill>
                  <a:srgbClr val="6B6778"/>
                </a:solidFill>
                <a:latin typeface="Malgun Gothic" pitchFamily="34" charset="0"/>
                <a:ea typeface="Malgun Gothic" pitchFamily="34" charset="-122"/>
                <a:cs typeface="Malgun Gothic" pitchFamily="34" charset="-120"/>
              </a:rPr>
              <a:t>몇 살에 어느 장부(臟腑)에 병이 오는지, 성공과 실패의 때가 언제인지 미리 가늠해 대비하는 것입니다.</a:t>
            </a:r>
            <a:endParaRPr lang="en-US" sz="1900" dirty="0"/>
          </a:p>
        </p:txBody>
      </p:sp>
      <p:sp>
        <p:nvSpPr>
          <p:cNvPr id="5" name="Shape 3"/>
          <p:cNvSpPr/>
          <p:nvPr/>
        </p:nvSpPr>
        <p:spPr>
          <a:xfrm>
            <a:off x="8229600" y="1554480"/>
            <a:ext cx="3410712" cy="4480560"/>
          </a:xfrm>
          <a:prstGeom prst="roundRect">
            <a:avLst>
              <a:gd name="adj" fmla="val 4021"/>
            </a:avLst>
          </a:prstGeom>
          <a:solidFill>
            <a:srgbClr val="F3F1F6"/>
          </a:solidFill>
          <a:ln w="12700">
            <a:solidFill>
              <a:srgbClr val="F3F1F6"/>
            </a:solidFill>
            <a:prstDash val="solid"/>
          </a:ln>
        </p:spPr>
      </p:sp>
      <p:sp>
        <p:nvSpPr>
          <p:cNvPr id="6" name="Shape 4"/>
          <p:cNvSpPr/>
          <p:nvPr/>
        </p:nvSpPr>
        <p:spPr>
          <a:xfrm>
            <a:off x="8837676" y="1920240"/>
            <a:ext cx="2194560" cy="2194560"/>
          </a:xfrm>
          <a:prstGeom prst="ellipse">
            <a:avLst/>
          </a:prstGeom>
          <a:solidFill>
            <a:srgbClr val="B23A2E"/>
          </a:solidFill>
          <a:ln w="12700">
            <a:solidFill>
              <a:srgbClr val="B23A2E"/>
            </a:solidFill>
            <a:prstDash val="solid"/>
          </a:ln>
        </p:spPr>
      </p:sp>
      <p:sp>
        <p:nvSpPr>
          <p:cNvPr id="7" name="Text 5"/>
          <p:cNvSpPr txBox="1"/>
          <p:nvPr/>
        </p:nvSpPr>
        <p:spPr>
          <a:xfrm>
            <a:off x="8837676" y="1920240"/>
            <a:ext cx="2194560" cy="2194560"/>
          </a:xfrm>
          <a:prstGeom prst="rect">
            <a:avLst/>
          </a:prstGeom>
          <a:noFill/>
          <a:ln/>
        </p:spPr>
        <p:txBody>
          <a:bodyPr wrap="square" lIns="0" tIns="0" rIns="0" bIns="0" rtlCol="0" anchor="ctr"/>
          <a:lstStyle/>
          <a:p>
            <a:pPr algn="ctr" indent="0" marL="0">
              <a:buNone/>
            </a:pPr>
            <a:r>
              <a:rPr lang="en-US" sz="4800" b="1" dirty="0">
                <a:solidFill>
                  <a:srgbClr val="FFFFFF"/>
                </a:solidFill>
                <a:latin typeface="Malgun Gothic" pitchFamily="34" charset="0"/>
                <a:ea typeface="Malgun Gothic" pitchFamily="34" charset="-122"/>
                <a:cs typeface="Malgun Gothic" pitchFamily="34" charset="-120"/>
              </a:rPr>
              <a:t>醫命</a:t>
            </a:r>
            <a:endParaRPr lang="en-US" sz="4800" dirty="0"/>
          </a:p>
        </p:txBody>
      </p:sp>
      <p:sp>
        <p:nvSpPr>
          <p:cNvPr id="8" name="Text 6"/>
          <p:cNvSpPr txBox="1"/>
          <p:nvPr/>
        </p:nvSpPr>
        <p:spPr>
          <a:xfrm>
            <a:off x="8412480" y="4343400"/>
            <a:ext cx="3044952" cy="1463040"/>
          </a:xfrm>
          <a:prstGeom prst="rect">
            <a:avLst/>
          </a:prstGeom>
          <a:noFill/>
          <a:ln/>
        </p:spPr>
        <p:txBody>
          <a:bodyPr wrap="square" lIns="0" tIns="0" rIns="0" bIns="0" rtlCol="0" anchor="t"/>
          <a:lstStyle/>
          <a:p>
            <a:pPr algn="ctr" indent="0" marL="0">
              <a:buNone/>
            </a:pPr>
            <a:r>
              <a:rPr lang="en-US" sz="1400" dirty="0">
                <a:solidFill>
                  <a:srgbClr val="22212A"/>
                </a:solidFill>
                <a:latin typeface="Malgun Gothic" pitchFamily="34" charset="0"/>
                <a:ea typeface="Malgun Gothic" pitchFamily="34" charset="-122"/>
                <a:cs typeface="Malgun Gothic" pitchFamily="34" charset="-120"/>
              </a:rPr>
              <a:t>醫 = 몸(체질·질병)</a:t>
            </a:r>
            <a:endParaRPr lang="en-US" sz="1400" dirty="0"/>
          </a:p>
          <a:p>
            <a:pPr algn="ctr" indent="0" marL="0">
              <a:buNone/>
            </a:pPr>
            <a:r>
              <a:rPr lang="en-US" sz="1400" dirty="0">
                <a:solidFill>
                  <a:srgbClr val="22212A"/>
                </a:solidFill>
                <a:latin typeface="Malgun Gothic" pitchFamily="34" charset="0"/>
                <a:ea typeface="Malgun Gothic" pitchFamily="34" charset="-122"/>
                <a:cs typeface="Malgun Gothic" pitchFamily="34" charset="-120"/>
              </a:rPr>
              <a:t>命 = 운명</a:t>
            </a:r>
            <a:endParaRPr lang="en-US" sz="1400" dirty="0"/>
          </a:p>
        </p:txBody>
      </p:sp>
      <p:sp>
        <p:nvSpPr>
          <p:cNvPr id="9" name="Text 7"/>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rgbClr val="6B6778"/>
                </a:solidFill>
                <a:latin typeface="Malgun Gothic" pitchFamily="34" charset="0"/>
                <a:ea typeface="Malgun Gothic" pitchFamily="34" charset="-122"/>
                <a:cs typeface="Malgun Gothic" pitchFamily="34" charset="-120"/>
              </a:rPr>
              <a:t>의명보감 1 기초편 · 제1장 창조와 음양오행</a:t>
            </a:r>
            <a:endParaRPr lang="en-US" sz="1000" dirty="0"/>
          </a:p>
        </p:txBody>
      </p:sp>
      <p:sp>
        <p:nvSpPr>
          <p:cNvPr id="10" name="Text 8"/>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6B6778"/>
                </a:solidFill>
                <a:latin typeface="Malgun Gothic" pitchFamily="34" charset="0"/>
                <a:ea typeface="Malgun Gothic" pitchFamily="34" charset="-122"/>
                <a:cs typeface="Malgun Gothic"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320040"/>
          </a:xfrm>
          <a:prstGeom prst="rect">
            <a:avLst/>
          </a:prstGeom>
          <a:noFill/>
          <a:ln/>
        </p:spPr>
        <p:txBody>
          <a:bodyPr wrap="square" lIns="0" tIns="0" rIns="0" bIns="0" rtlCol="0" anchor="ctr"/>
          <a:lstStyle/>
          <a:p>
            <a:pPr indent="0" marL="0">
              <a:buNone/>
            </a:pPr>
            <a:r>
              <a:rPr lang="en-US" sz="1300" b="1" dirty="0">
                <a:solidFill>
                  <a:srgbClr val="B23A2E"/>
                </a:solidFill>
                <a:latin typeface="Malgun Gothic" pitchFamily="34" charset="0"/>
                <a:ea typeface="Malgun Gothic" pitchFamily="34" charset="-122"/>
                <a:cs typeface="Malgun Gothic" pitchFamily="34" charset="-120"/>
              </a:rPr>
              <a:t>개요</a:t>
            </a:r>
            <a:endParaRPr lang="en-US" sz="1300" dirty="0"/>
          </a:p>
        </p:txBody>
      </p:sp>
      <p:sp>
        <p:nvSpPr>
          <p:cNvPr id="3" name="Text 1"/>
          <p:cNvSpPr txBox="1"/>
          <p:nvPr/>
        </p:nvSpPr>
        <p:spPr>
          <a:xfrm>
            <a:off x="548640" y="658368"/>
            <a:ext cx="11094415" cy="685800"/>
          </a:xfrm>
          <a:prstGeom prst="rect">
            <a:avLst/>
          </a:prstGeom>
          <a:noFill/>
          <a:ln/>
        </p:spPr>
        <p:txBody>
          <a:bodyPr wrap="square" lIns="0" tIns="0" rIns="0" bIns="0" rtlCol="0" anchor="ctr"/>
          <a:lstStyle/>
          <a:p>
            <a:pPr indent="0" marL="0">
              <a:buNone/>
            </a:pPr>
            <a:r>
              <a:rPr lang="en-US" sz="3000" b="1" dirty="0">
                <a:solidFill>
                  <a:srgbClr val="22212A"/>
                </a:solidFill>
                <a:latin typeface="Malgun Gothic" pitchFamily="34" charset="0"/>
                <a:ea typeface="Malgun Gothic" pitchFamily="34" charset="-122"/>
                <a:cs typeface="Malgun Gothic" pitchFamily="34" charset="-120"/>
              </a:rPr>
              <a:t>출생의 순간, 무엇이 정해지나</a:t>
            </a:r>
            <a:endParaRPr lang="en-US" sz="3000" dirty="0"/>
          </a:p>
        </p:txBody>
      </p:sp>
      <p:sp>
        <p:nvSpPr>
          <p:cNvPr id="4" name="Shape 2"/>
          <p:cNvSpPr/>
          <p:nvPr/>
        </p:nvSpPr>
        <p:spPr>
          <a:xfrm>
            <a:off x="899130" y="1828800"/>
            <a:ext cx="1188720" cy="1188720"/>
          </a:xfrm>
          <a:prstGeom prst="ellipse">
            <a:avLst/>
          </a:prstGeom>
          <a:solidFill>
            <a:srgbClr val="B23A2E"/>
          </a:solidFill>
          <a:ln w="12700">
            <a:solidFill>
              <a:srgbClr val="B23A2E"/>
            </a:solidFill>
            <a:prstDash val="solid"/>
          </a:ln>
        </p:spPr>
      </p:sp>
      <p:sp>
        <p:nvSpPr>
          <p:cNvPr id="5" name="Text 3"/>
          <p:cNvSpPr txBox="1"/>
          <p:nvPr/>
        </p:nvSpPr>
        <p:spPr>
          <a:xfrm>
            <a:off x="899130" y="1828800"/>
            <a:ext cx="1188720" cy="1188720"/>
          </a:xfrm>
          <a:prstGeom prst="rect">
            <a:avLst/>
          </a:prstGeom>
          <a:noFill/>
          <a:ln/>
        </p:spPr>
        <p:txBody>
          <a:bodyPr wrap="square" lIns="0" tIns="0" rIns="0" bIns="0" rtlCol="0" anchor="ctr"/>
          <a:lstStyle/>
          <a:p>
            <a:pPr algn="ctr" indent="0" marL="0">
              <a:buNone/>
            </a:pPr>
            <a:r>
              <a:rPr lang="en-US" sz="2400" b="1" dirty="0">
                <a:solidFill>
                  <a:srgbClr val="FFFFFF"/>
                </a:solidFill>
                <a:latin typeface="Malgun Gothic" pitchFamily="34" charset="0"/>
                <a:ea typeface="Malgun Gothic" pitchFamily="34" charset="-122"/>
                <a:cs typeface="Malgun Gothic" pitchFamily="34" charset="-120"/>
              </a:rPr>
              <a:t>四時</a:t>
            </a:r>
            <a:endParaRPr lang="en-US" sz="2400" dirty="0"/>
          </a:p>
        </p:txBody>
      </p:sp>
      <p:sp>
        <p:nvSpPr>
          <p:cNvPr id="6" name="Shape 4"/>
          <p:cNvSpPr/>
          <p:nvPr/>
        </p:nvSpPr>
        <p:spPr>
          <a:xfrm rot="5400000">
            <a:off x="2534351" y="2295144"/>
            <a:ext cx="256032" cy="256032"/>
          </a:xfrm>
          <a:prstGeom prst="triangle">
            <a:avLst/>
          </a:prstGeom>
          <a:solidFill>
            <a:srgbClr val="D9D5E0"/>
          </a:solidFill>
          <a:ln w="12700">
            <a:solidFill>
              <a:srgbClr val="D9D5E0"/>
            </a:solidFill>
            <a:prstDash val="solid"/>
          </a:ln>
        </p:spPr>
      </p:sp>
      <p:sp>
        <p:nvSpPr>
          <p:cNvPr id="7" name="Text 5"/>
          <p:cNvSpPr txBox="1"/>
          <p:nvPr/>
        </p:nvSpPr>
        <p:spPr>
          <a:xfrm>
            <a:off x="548640" y="3200400"/>
            <a:ext cx="1889699" cy="457200"/>
          </a:xfrm>
          <a:prstGeom prst="rect">
            <a:avLst/>
          </a:prstGeom>
          <a:noFill/>
          <a:ln/>
        </p:spPr>
        <p:txBody>
          <a:bodyPr wrap="square" lIns="0" tIns="0" rIns="0" bIns="0" rtlCol="0" anchor="ctr"/>
          <a:lstStyle/>
          <a:p>
            <a:pPr algn="ctr" indent="0" marL="0">
              <a:buNone/>
            </a:pPr>
            <a:r>
              <a:rPr lang="en-US" sz="1900" b="1" dirty="0">
                <a:solidFill>
                  <a:srgbClr val="22212A"/>
                </a:solidFill>
                <a:latin typeface="Malgun Gothic" pitchFamily="34" charset="0"/>
                <a:ea typeface="Malgun Gothic" pitchFamily="34" charset="-122"/>
                <a:cs typeface="Malgun Gothic" pitchFamily="34" charset="-120"/>
              </a:rPr>
              <a:t>사시의 규율</a:t>
            </a:r>
            <a:endParaRPr lang="en-US" sz="1900" dirty="0"/>
          </a:p>
        </p:txBody>
      </p:sp>
      <p:sp>
        <p:nvSpPr>
          <p:cNvPr id="8" name="Text 6"/>
          <p:cNvSpPr txBox="1"/>
          <p:nvPr/>
        </p:nvSpPr>
        <p:spPr>
          <a:xfrm>
            <a:off x="548640" y="3675888"/>
            <a:ext cx="1889699" cy="1828800"/>
          </a:xfrm>
          <a:prstGeom prst="rect">
            <a:avLst/>
          </a:prstGeom>
          <a:noFill/>
          <a:ln/>
        </p:spPr>
        <p:txBody>
          <a:bodyPr wrap="square" lIns="0" tIns="0" rIns="0" bIns="0" rtlCol="0" anchor="t"/>
          <a:lstStyle/>
          <a:p>
            <a:pPr algn="ctr" indent="0" marL="0">
              <a:buNone/>
            </a:pPr>
            <a:r>
              <a:rPr lang="en-US" sz="1500" dirty="0">
                <a:solidFill>
                  <a:srgbClr val="6B6778"/>
                </a:solidFill>
                <a:latin typeface="Malgun Gothic" pitchFamily="34" charset="0"/>
                <a:ea typeface="Malgun Gothic" pitchFamily="34" charset="-122"/>
                <a:cs typeface="Malgun Gothic" pitchFamily="34" charset="-120"/>
              </a:rPr>
              <a:t>천지가 끊임없이 변하는 질서</a:t>
            </a:r>
            <a:endParaRPr lang="en-US" sz="1500" dirty="0"/>
          </a:p>
        </p:txBody>
      </p:sp>
      <p:sp>
        <p:nvSpPr>
          <p:cNvPr id="9" name="Shape 7"/>
          <p:cNvSpPr/>
          <p:nvPr/>
        </p:nvSpPr>
        <p:spPr>
          <a:xfrm>
            <a:off x="3200309" y="1828800"/>
            <a:ext cx="1188720" cy="1188720"/>
          </a:xfrm>
          <a:prstGeom prst="ellipse">
            <a:avLst/>
          </a:prstGeom>
          <a:solidFill>
            <a:srgbClr val="C0392B"/>
          </a:solidFill>
          <a:ln w="12700">
            <a:solidFill>
              <a:srgbClr val="C0392B"/>
            </a:solidFill>
            <a:prstDash val="solid"/>
          </a:ln>
        </p:spPr>
      </p:sp>
      <p:sp>
        <p:nvSpPr>
          <p:cNvPr id="10" name="Text 8"/>
          <p:cNvSpPr txBox="1"/>
          <p:nvPr/>
        </p:nvSpPr>
        <p:spPr>
          <a:xfrm>
            <a:off x="3200309" y="1828800"/>
            <a:ext cx="1188720" cy="1188720"/>
          </a:xfrm>
          <a:prstGeom prst="rect">
            <a:avLst/>
          </a:prstGeom>
          <a:noFill/>
          <a:ln/>
        </p:spPr>
        <p:txBody>
          <a:bodyPr wrap="square" lIns="0" tIns="0" rIns="0" bIns="0" rtlCol="0" anchor="ctr"/>
          <a:lstStyle/>
          <a:p>
            <a:pPr algn="ctr" indent="0" marL="0">
              <a:buNone/>
            </a:pPr>
            <a:r>
              <a:rPr lang="en-US" sz="4000" b="1" dirty="0">
                <a:solidFill>
                  <a:srgbClr val="FFFFFF"/>
                </a:solidFill>
                <a:latin typeface="Malgun Gothic" pitchFamily="34" charset="0"/>
                <a:ea typeface="Malgun Gothic" pitchFamily="34" charset="-122"/>
                <a:cs typeface="Malgun Gothic" pitchFamily="34" charset="-120"/>
              </a:rPr>
              <a:t>氣</a:t>
            </a:r>
            <a:endParaRPr lang="en-US" sz="4000" dirty="0"/>
          </a:p>
        </p:txBody>
      </p:sp>
      <p:sp>
        <p:nvSpPr>
          <p:cNvPr id="11" name="Shape 9"/>
          <p:cNvSpPr/>
          <p:nvPr/>
        </p:nvSpPr>
        <p:spPr>
          <a:xfrm rot="5400000">
            <a:off x="4835530" y="2295144"/>
            <a:ext cx="256032" cy="256032"/>
          </a:xfrm>
          <a:prstGeom prst="triangle">
            <a:avLst/>
          </a:prstGeom>
          <a:solidFill>
            <a:srgbClr val="D9D5E0"/>
          </a:solidFill>
          <a:ln w="12700">
            <a:solidFill>
              <a:srgbClr val="D9D5E0"/>
            </a:solidFill>
            <a:prstDash val="solid"/>
          </a:ln>
        </p:spPr>
      </p:sp>
      <p:sp>
        <p:nvSpPr>
          <p:cNvPr id="12" name="Text 10"/>
          <p:cNvSpPr txBox="1"/>
          <p:nvPr/>
        </p:nvSpPr>
        <p:spPr>
          <a:xfrm>
            <a:off x="2849819" y="3200400"/>
            <a:ext cx="1889699" cy="457200"/>
          </a:xfrm>
          <a:prstGeom prst="rect">
            <a:avLst/>
          </a:prstGeom>
          <a:noFill/>
          <a:ln/>
        </p:spPr>
        <p:txBody>
          <a:bodyPr wrap="square" lIns="0" tIns="0" rIns="0" bIns="0" rtlCol="0" anchor="ctr"/>
          <a:lstStyle/>
          <a:p>
            <a:pPr algn="ctr" indent="0" marL="0">
              <a:buNone/>
            </a:pPr>
            <a:r>
              <a:rPr lang="en-US" sz="1900" b="1" dirty="0">
                <a:solidFill>
                  <a:srgbClr val="22212A"/>
                </a:solidFill>
                <a:latin typeface="Malgun Gothic" pitchFamily="34" charset="0"/>
                <a:ea typeface="Malgun Gothic" pitchFamily="34" charset="-122"/>
                <a:cs typeface="Malgun Gothic" pitchFamily="34" charset="-120"/>
              </a:rPr>
              <a:t>에너지</a:t>
            </a:r>
            <a:endParaRPr lang="en-US" sz="1900" dirty="0"/>
          </a:p>
        </p:txBody>
      </p:sp>
      <p:sp>
        <p:nvSpPr>
          <p:cNvPr id="13" name="Text 11"/>
          <p:cNvSpPr txBox="1"/>
          <p:nvPr/>
        </p:nvSpPr>
        <p:spPr>
          <a:xfrm>
            <a:off x="2849819" y="3675888"/>
            <a:ext cx="1889699" cy="1828800"/>
          </a:xfrm>
          <a:prstGeom prst="rect">
            <a:avLst/>
          </a:prstGeom>
          <a:noFill/>
          <a:ln/>
        </p:spPr>
        <p:txBody>
          <a:bodyPr wrap="square" lIns="0" tIns="0" rIns="0" bIns="0" rtlCol="0" anchor="t"/>
          <a:lstStyle/>
          <a:p>
            <a:pPr algn="ctr" indent="0" marL="0">
              <a:buNone/>
            </a:pPr>
            <a:r>
              <a:rPr lang="en-US" sz="1500" dirty="0">
                <a:solidFill>
                  <a:srgbClr val="6B6778"/>
                </a:solidFill>
                <a:latin typeface="Malgun Gothic" pitchFamily="34" charset="0"/>
                <a:ea typeface="Malgun Gothic" pitchFamily="34" charset="-122"/>
                <a:cs typeface="Malgun Gothic" pitchFamily="34" charset="-120"/>
              </a:rPr>
              <a:t>생·병·사, 흥망성쇠를 주관</a:t>
            </a:r>
            <a:endParaRPr lang="en-US" sz="1500" dirty="0"/>
          </a:p>
        </p:txBody>
      </p:sp>
      <p:sp>
        <p:nvSpPr>
          <p:cNvPr id="14" name="Shape 12"/>
          <p:cNvSpPr/>
          <p:nvPr/>
        </p:nvSpPr>
        <p:spPr>
          <a:xfrm>
            <a:off x="5501488" y="1828800"/>
            <a:ext cx="1188720" cy="1188720"/>
          </a:xfrm>
          <a:prstGeom prst="ellipse">
            <a:avLst/>
          </a:prstGeom>
          <a:solidFill>
            <a:srgbClr val="22406E"/>
          </a:solidFill>
          <a:ln w="12700">
            <a:solidFill>
              <a:srgbClr val="22406E"/>
            </a:solidFill>
            <a:prstDash val="solid"/>
          </a:ln>
        </p:spPr>
      </p:sp>
      <p:sp>
        <p:nvSpPr>
          <p:cNvPr id="15" name="Text 13"/>
          <p:cNvSpPr txBox="1"/>
          <p:nvPr/>
        </p:nvSpPr>
        <p:spPr>
          <a:xfrm>
            <a:off x="5501488" y="1828800"/>
            <a:ext cx="1188720" cy="1188720"/>
          </a:xfrm>
          <a:prstGeom prst="rect">
            <a:avLst/>
          </a:prstGeom>
          <a:noFill/>
          <a:ln/>
        </p:spPr>
        <p:txBody>
          <a:bodyPr wrap="square" lIns="0" tIns="0" rIns="0" bIns="0" rtlCol="0" anchor="ctr"/>
          <a:lstStyle/>
          <a:p>
            <a:pPr algn="ctr" indent="0" marL="0">
              <a:buNone/>
            </a:pPr>
            <a:r>
              <a:rPr lang="en-US" sz="4000" b="1" dirty="0">
                <a:solidFill>
                  <a:srgbClr val="FFFFFF"/>
                </a:solidFill>
                <a:latin typeface="Malgun Gothic" pitchFamily="34" charset="0"/>
                <a:ea typeface="Malgun Gothic" pitchFamily="34" charset="-122"/>
                <a:cs typeface="Malgun Gothic" pitchFamily="34" charset="-120"/>
              </a:rPr>
              <a:t>候</a:t>
            </a:r>
            <a:endParaRPr lang="en-US" sz="4000" dirty="0"/>
          </a:p>
        </p:txBody>
      </p:sp>
      <p:sp>
        <p:nvSpPr>
          <p:cNvPr id="16" name="Shape 14"/>
          <p:cNvSpPr/>
          <p:nvPr/>
        </p:nvSpPr>
        <p:spPr>
          <a:xfrm rot="5400000">
            <a:off x="7136709" y="2295144"/>
            <a:ext cx="256032" cy="256032"/>
          </a:xfrm>
          <a:prstGeom prst="triangle">
            <a:avLst/>
          </a:prstGeom>
          <a:solidFill>
            <a:srgbClr val="D9D5E0"/>
          </a:solidFill>
          <a:ln w="12700">
            <a:solidFill>
              <a:srgbClr val="D9D5E0"/>
            </a:solidFill>
            <a:prstDash val="solid"/>
          </a:ln>
        </p:spPr>
      </p:sp>
      <p:sp>
        <p:nvSpPr>
          <p:cNvPr id="17" name="Text 15"/>
          <p:cNvSpPr txBox="1"/>
          <p:nvPr/>
        </p:nvSpPr>
        <p:spPr>
          <a:xfrm>
            <a:off x="5150998" y="3200400"/>
            <a:ext cx="1889699" cy="457200"/>
          </a:xfrm>
          <a:prstGeom prst="rect">
            <a:avLst/>
          </a:prstGeom>
          <a:noFill/>
          <a:ln/>
        </p:spPr>
        <p:txBody>
          <a:bodyPr wrap="square" lIns="0" tIns="0" rIns="0" bIns="0" rtlCol="0" anchor="ctr"/>
          <a:lstStyle/>
          <a:p>
            <a:pPr algn="ctr" indent="0" marL="0">
              <a:buNone/>
            </a:pPr>
            <a:r>
              <a:rPr lang="en-US" sz="1900" b="1" dirty="0">
                <a:solidFill>
                  <a:srgbClr val="22212A"/>
                </a:solidFill>
                <a:latin typeface="Malgun Gothic" pitchFamily="34" charset="0"/>
                <a:ea typeface="Malgun Gothic" pitchFamily="34" charset="-122"/>
                <a:cs typeface="Malgun Gothic" pitchFamily="34" charset="-120"/>
              </a:rPr>
              <a:t>기후</a:t>
            </a:r>
            <a:endParaRPr lang="en-US" sz="1900" dirty="0"/>
          </a:p>
        </p:txBody>
      </p:sp>
      <p:sp>
        <p:nvSpPr>
          <p:cNvPr id="18" name="Text 16"/>
          <p:cNvSpPr txBox="1"/>
          <p:nvPr/>
        </p:nvSpPr>
        <p:spPr>
          <a:xfrm>
            <a:off x="5150998" y="3675888"/>
            <a:ext cx="1889699" cy="1828800"/>
          </a:xfrm>
          <a:prstGeom prst="rect">
            <a:avLst/>
          </a:prstGeom>
          <a:noFill/>
          <a:ln/>
        </p:spPr>
        <p:txBody>
          <a:bodyPr wrap="square" lIns="0" tIns="0" rIns="0" bIns="0" rtlCol="0" anchor="t"/>
          <a:lstStyle/>
          <a:p>
            <a:pPr algn="ctr" indent="0" marL="0">
              <a:buNone/>
            </a:pPr>
            <a:r>
              <a:rPr lang="en-US" sz="1500" dirty="0">
                <a:solidFill>
                  <a:srgbClr val="6B6778"/>
                </a:solidFill>
                <a:latin typeface="Malgun Gothic" pitchFamily="34" charset="0"/>
                <a:ea typeface="Malgun Gothic" pitchFamily="34" charset="-122"/>
                <a:cs typeface="Malgun Gothic" pitchFamily="34" charset="-120"/>
              </a:rPr>
              <a:t>체질과 질병을 주관</a:t>
            </a:r>
            <a:endParaRPr lang="en-US" sz="1500" dirty="0"/>
          </a:p>
        </p:txBody>
      </p:sp>
      <p:sp>
        <p:nvSpPr>
          <p:cNvPr id="19" name="Shape 17"/>
          <p:cNvSpPr/>
          <p:nvPr/>
        </p:nvSpPr>
        <p:spPr>
          <a:xfrm>
            <a:off x="7802667" y="1828800"/>
            <a:ext cx="1188720" cy="1188720"/>
          </a:xfrm>
          <a:prstGeom prst="ellipse">
            <a:avLst/>
          </a:prstGeom>
          <a:solidFill>
            <a:srgbClr val="3F7D4E"/>
          </a:solidFill>
          <a:ln w="12700">
            <a:solidFill>
              <a:srgbClr val="3F7D4E"/>
            </a:solidFill>
            <a:prstDash val="solid"/>
          </a:ln>
        </p:spPr>
      </p:sp>
      <p:sp>
        <p:nvSpPr>
          <p:cNvPr id="20" name="Text 18"/>
          <p:cNvSpPr txBox="1"/>
          <p:nvPr/>
        </p:nvSpPr>
        <p:spPr>
          <a:xfrm>
            <a:off x="7802667" y="1828800"/>
            <a:ext cx="1188720" cy="1188720"/>
          </a:xfrm>
          <a:prstGeom prst="rect">
            <a:avLst/>
          </a:prstGeom>
          <a:noFill/>
          <a:ln/>
        </p:spPr>
        <p:txBody>
          <a:bodyPr wrap="square" lIns="0" tIns="0" rIns="0" bIns="0" rtlCol="0" anchor="ctr"/>
          <a:lstStyle/>
          <a:p>
            <a:pPr algn="ctr" indent="0" marL="0">
              <a:buNone/>
            </a:pPr>
            <a:r>
              <a:rPr lang="en-US" sz="4000" b="1" dirty="0">
                <a:solidFill>
                  <a:srgbClr val="FFFFFF"/>
                </a:solidFill>
                <a:latin typeface="Malgun Gothic" pitchFamily="34" charset="0"/>
                <a:ea typeface="Malgun Gothic" pitchFamily="34" charset="-122"/>
                <a:cs typeface="Malgun Gothic" pitchFamily="34" charset="-120"/>
              </a:rPr>
              <a:t>身</a:t>
            </a:r>
            <a:endParaRPr lang="en-US" sz="4000" dirty="0"/>
          </a:p>
        </p:txBody>
      </p:sp>
      <p:sp>
        <p:nvSpPr>
          <p:cNvPr id="21" name="Shape 19"/>
          <p:cNvSpPr/>
          <p:nvPr/>
        </p:nvSpPr>
        <p:spPr>
          <a:xfrm rot="5400000">
            <a:off x="9437888" y="2295144"/>
            <a:ext cx="256032" cy="256032"/>
          </a:xfrm>
          <a:prstGeom prst="triangle">
            <a:avLst/>
          </a:prstGeom>
          <a:solidFill>
            <a:srgbClr val="D9D5E0"/>
          </a:solidFill>
          <a:ln w="12700">
            <a:solidFill>
              <a:srgbClr val="D9D5E0"/>
            </a:solidFill>
            <a:prstDash val="solid"/>
          </a:ln>
        </p:spPr>
      </p:sp>
      <p:sp>
        <p:nvSpPr>
          <p:cNvPr id="22" name="Text 20"/>
          <p:cNvSpPr txBox="1"/>
          <p:nvPr/>
        </p:nvSpPr>
        <p:spPr>
          <a:xfrm>
            <a:off x="7452177" y="3200400"/>
            <a:ext cx="1889699" cy="457200"/>
          </a:xfrm>
          <a:prstGeom prst="rect">
            <a:avLst/>
          </a:prstGeom>
          <a:noFill/>
          <a:ln/>
        </p:spPr>
        <p:txBody>
          <a:bodyPr wrap="square" lIns="0" tIns="0" rIns="0" bIns="0" rtlCol="0" anchor="ctr"/>
          <a:lstStyle/>
          <a:p>
            <a:pPr algn="ctr" indent="0" marL="0">
              <a:buNone/>
            </a:pPr>
            <a:r>
              <a:rPr lang="en-US" sz="1900" b="1" dirty="0">
                <a:solidFill>
                  <a:srgbClr val="22212A"/>
                </a:solidFill>
                <a:latin typeface="Malgun Gothic" pitchFamily="34" charset="0"/>
                <a:ea typeface="Malgun Gothic" pitchFamily="34" charset="-122"/>
                <a:cs typeface="Malgun Gothic" pitchFamily="34" charset="-120"/>
              </a:rPr>
              <a:t>인체에 스며듦</a:t>
            </a:r>
            <a:endParaRPr lang="en-US" sz="1900" dirty="0"/>
          </a:p>
        </p:txBody>
      </p:sp>
      <p:sp>
        <p:nvSpPr>
          <p:cNvPr id="23" name="Text 21"/>
          <p:cNvSpPr txBox="1"/>
          <p:nvPr/>
        </p:nvSpPr>
        <p:spPr>
          <a:xfrm>
            <a:off x="7452177" y="3675888"/>
            <a:ext cx="1889699" cy="1828800"/>
          </a:xfrm>
          <a:prstGeom prst="rect">
            <a:avLst/>
          </a:prstGeom>
          <a:noFill/>
          <a:ln/>
        </p:spPr>
        <p:txBody>
          <a:bodyPr wrap="square" lIns="0" tIns="0" rIns="0" bIns="0" rtlCol="0" anchor="t"/>
          <a:lstStyle/>
          <a:p>
            <a:pPr algn="ctr" indent="0" marL="0">
              <a:buNone/>
            </a:pPr>
            <a:r>
              <a:rPr lang="en-US" sz="1500" dirty="0">
                <a:solidFill>
                  <a:srgbClr val="6B6778"/>
                </a:solidFill>
                <a:latin typeface="Malgun Gothic" pitchFamily="34" charset="0"/>
                <a:ea typeface="Malgun Gothic" pitchFamily="34" charset="-122"/>
                <a:cs typeface="Malgun Gothic" pitchFamily="34" charset="-120"/>
              </a:rPr>
              <a:t>오색물감을 흰 천에 뿌리듯</a:t>
            </a:r>
            <a:endParaRPr lang="en-US" sz="1500" dirty="0"/>
          </a:p>
        </p:txBody>
      </p:sp>
      <p:sp>
        <p:nvSpPr>
          <p:cNvPr id="24" name="Shape 22"/>
          <p:cNvSpPr/>
          <p:nvPr/>
        </p:nvSpPr>
        <p:spPr>
          <a:xfrm>
            <a:off x="10103846" y="1828800"/>
            <a:ext cx="1188720" cy="1188720"/>
          </a:xfrm>
          <a:prstGeom prst="ellipse">
            <a:avLst/>
          </a:prstGeom>
          <a:solidFill>
            <a:srgbClr val="B8892A"/>
          </a:solidFill>
          <a:ln w="12700">
            <a:solidFill>
              <a:srgbClr val="B8892A"/>
            </a:solidFill>
            <a:prstDash val="solid"/>
          </a:ln>
        </p:spPr>
      </p:sp>
      <p:sp>
        <p:nvSpPr>
          <p:cNvPr id="25" name="Text 23"/>
          <p:cNvSpPr txBox="1"/>
          <p:nvPr/>
        </p:nvSpPr>
        <p:spPr>
          <a:xfrm>
            <a:off x="10103846" y="1828800"/>
            <a:ext cx="1188720" cy="1188720"/>
          </a:xfrm>
          <a:prstGeom prst="rect">
            <a:avLst/>
          </a:prstGeom>
          <a:noFill/>
          <a:ln/>
        </p:spPr>
        <p:txBody>
          <a:bodyPr wrap="square" lIns="0" tIns="0" rIns="0" bIns="0" rtlCol="0" anchor="ctr"/>
          <a:lstStyle/>
          <a:p>
            <a:pPr algn="ctr" indent="0" marL="0">
              <a:buNone/>
            </a:pPr>
            <a:r>
              <a:rPr lang="en-US" sz="4000" b="1" dirty="0">
                <a:solidFill>
                  <a:srgbClr val="FFFFFF"/>
                </a:solidFill>
                <a:latin typeface="Malgun Gothic" pitchFamily="34" charset="0"/>
                <a:ea typeface="Malgun Gothic" pitchFamily="34" charset="-122"/>
                <a:cs typeface="Malgun Gothic" pitchFamily="34" charset="-120"/>
              </a:rPr>
              <a:t>命</a:t>
            </a:r>
            <a:endParaRPr lang="en-US" sz="4000" dirty="0"/>
          </a:p>
        </p:txBody>
      </p:sp>
      <p:sp>
        <p:nvSpPr>
          <p:cNvPr id="26" name="Text 24"/>
          <p:cNvSpPr txBox="1"/>
          <p:nvPr/>
        </p:nvSpPr>
        <p:spPr>
          <a:xfrm>
            <a:off x="9753356" y="3200400"/>
            <a:ext cx="1889699" cy="457200"/>
          </a:xfrm>
          <a:prstGeom prst="rect">
            <a:avLst/>
          </a:prstGeom>
          <a:noFill/>
          <a:ln/>
        </p:spPr>
        <p:txBody>
          <a:bodyPr wrap="square" lIns="0" tIns="0" rIns="0" bIns="0" rtlCol="0" anchor="ctr"/>
          <a:lstStyle/>
          <a:p>
            <a:pPr algn="ctr" indent="0" marL="0">
              <a:buNone/>
            </a:pPr>
            <a:r>
              <a:rPr lang="en-US" sz="1900" b="1" dirty="0">
                <a:solidFill>
                  <a:srgbClr val="22212A"/>
                </a:solidFill>
                <a:latin typeface="Malgun Gothic" pitchFamily="34" charset="0"/>
                <a:ea typeface="Malgun Gothic" pitchFamily="34" charset="-122"/>
                <a:cs typeface="Malgun Gothic" pitchFamily="34" charset="-120"/>
              </a:rPr>
              <a:t>체질·운명 확정</a:t>
            </a:r>
            <a:endParaRPr lang="en-US" sz="1900" dirty="0"/>
          </a:p>
        </p:txBody>
      </p:sp>
      <p:sp>
        <p:nvSpPr>
          <p:cNvPr id="27" name="Text 25"/>
          <p:cNvSpPr txBox="1"/>
          <p:nvPr/>
        </p:nvSpPr>
        <p:spPr>
          <a:xfrm>
            <a:off x="9753356" y="3675888"/>
            <a:ext cx="1889699" cy="1828800"/>
          </a:xfrm>
          <a:prstGeom prst="rect">
            <a:avLst/>
          </a:prstGeom>
          <a:noFill/>
          <a:ln/>
        </p:spPr>
        <p:txBody>
          <a:bodyPr wrap="square" lIns="0" tIns="0" rIns="0" bIns="0" rtlCol="0" anchor="t"/>
          <a:lstStyle/>
          <a:p>
            <a:pPr algn="ctr" indent="0" marL="0">
              <a:buNone/>
            </a:pPr>
            <a:r>
              <a:rPr lang="en-US" sz="1500" dirty="0">
                <a:solidFill>
                  <a:srgbClr val="6B6778"/>
                </a:solidFill>
                <a:latin typeface="Malgun Gothic" pitchFamily="34" charset="0"/>
                <a:ea typeface="Malgun Gothic" pitchFamily="34" charset="-122"/>
                <a:cs typeface="Malgun Gothic" pitchFamily="34" charset="-120"/>
              </a:rPr>
              <a:t>그 사람만의 고유한 공식</a:t>
            </a:r>
            <a:endParaRPr lang="en-US" sz="1500" dirty="0"/>
          </a:p>
        </p:txBody>
      </p:sp>
      <p:sp>
        <p:nvSpPr>
          <p:cNvPr id="28" name="Text 26"/>
          <p:cNvSpPr txBox="1"/>
          <p:nvPr/>
        </p:nvSpPr>
        <p:spPr>
          <a:xfrm>
            <a:off x="548640" y="5577840"/>
            <a:ext cx="11094415" cy="640080"/>
          </a:xfrm>
          <a:prstGeom prst="rect">
            <a:avLst/>
          </a:prstGeom>
          <a:solidFill>
            <a:srgbClr val="F3F1F6"/>
          </a:solidFill>
          <a:ln/>
        </p:spPr>
        <p:txBody>
          <a:bodyPr wrap="square" lIns="0" tIns="0" rIns="0" bIns="0" rtlCol="0" anchor="ctr"/>
          <a:lstStyle/>
          <a:p>
            <a:pPr algn="ctr" indent="0" marL="0">
              <a:buNone/>
            </a:pPr>
            <a:r>
              <a:rPr lang="en-US" sz="1400" b="1" dirty="0">
                <a:solidFill>
                  <a:srgbClr val="22212A"/>
                </a:solidFill>
                <a:latin typeface="Malgun Gothic" pitchFamily="34" charset="0"/>
                <a:ea typeface="Malgun Gothic" pitchFamily="34" charset="-122"/>
                <a:cs typeface="Malgun Gothic" pitchFamily="34" charset="-120"/>
              </a:rPr>
              <a:t>에너지와 기후는 물과 수증기처럼 떼어 놓을 수 없다</a:t>
            </a:r>
            <a:endParaRPr lang="en-US" sz="1400" dirty="0"/>
          </a:p>
        </p:txBody>
      </p:sp>
      <p:sp>
        <p:nvSpPr>
          <p:cNvPr id="29" name="Text 27"/>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rgbClr val="6B6778"/>
                </a:solidFill>
                <a:latin typeface="Malgun Gothic" pitchFamily="34" charset="0"/>
                <a:ea typeface="Malgun Gothic" pitchFamily="34" charset="-122"/>
                <a:cs typeface="Malgun Gothic" pitchFamily="34" charset="-120"/>
              </a:rPr>
              <a:t>의명보감 1 기초편 · 제1장 창조와 음양오행</a:t>
            </a:r>
            <a:endParaRPr lang="en-US" sz="1000" dirty="0"/>
          </a:p>
        </p:txBody>
      </p:sp>
      <p:sp>
        <p:nvSpPr>
          <p:cNvPr id="30" name="Text 28"/>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6B6778"/>
                </a:solidFill>
                <a:latin typeface="Malgun Gothic" pitchFamily="34" charset="0"/>
                <a:ea typeface="Malgun Gothic" pitchFamily="34" charset="-122"/>
                <a:cs typeface="Malgun Gothic"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D1C24"/>
        </a:solidFill>
      </p:bgPr>
    </p:bg>
    <p:spTree>
      <p:nvGrpSpPr>
        <p:cNvPr id="1" name=""/>
        <p:cNvGrpSpPr/>
        <p:nvPr/>
      </p:nvGrpSpPr>
      <p:grpSpPr>
        <a:xfrm>
          <a:off x="0" y="0"/>
          <a:ext cx="0" cy="0"/>
          <a:chOff x="0" y="0"/>
          <a:chExt cx="0" cy="0"/>
        </a:xfrm>
      </p:grpSpPr>
      <p:sp>
        <p:nvSpPr>
          <p:cNvPr id="2" name="Text 0"/>
          <p:cNvSpPr txBox="1"/>
          <p:nvPr/>
        </p:nvSpPr>
        <p:spPr>
          <a:xfrm>
            <a:off x="548640" y="548640"/>
            <a:ext cx="1828800" cy="1828800"/>
          </a:xfrm>
          <a:prstGeom prst="rect">
            <a:avLst/>
          </a:prstGeom>
          <a:noFill/>
          <a:ln/>
        </p:spPr>
        <p:txBody>
          <a:bodyPr wrap="square" lIns="0" tIns="0" rIns="0" bIns="0" rtlCol="0" anchor="ctr"/>
          <a:lstStyle/>
          <a:p>
            <a:pPr indent="0" marL="0">
              <a:buNone/>
            </a:pPr>
            <a:r>
              <a:rPr lang="en-US" sz="15000" b="1" dirty="0">
                <a:solidFill>
                  <a:srgbClr val="B23A2E"/>
                </a:solidFill>
                <a:latin typeface="Malgun Gothic" pitchFamily="34" charset="0"/>
                <a:ea typeface="Malgun Gothic" pitchFamily="34" charset="-122"/>
                <a:cs typeface="Malgun Gothic" pitchFamily="34" charset="-120"/>
              </a:rPr>
              <a:t>“</a:t>
            </a:r>
            <a:endParaRPr lang="en-US" sz="15000" dirty="0"/>
          </a:p>
        </p:txBody>
      </p:sp>
      <p:sp>
        <p:nvSpPr>
          <p:cNvPr id="3" name="Text 1"/>
          <p:cNvSpPr txBox="1"/>
          <p:nvPr/>
        </p:nvSpPr>
        <p:spPr>
          <a:xfrm>
            <a:off x="1371600" y="1828800"/>
            <a:ext cx="9448495" cy="2926080"/>
          </a:xfrm>
          <a:prstGeom prst="rect">
            <a:avLst/>
          </a:prstGeom>
          <a:noFill/>
          <a:ln/>
        </p:spPr>
        <p:txBody>
          <a:bodyPr wrap="square" lIns="0" tIns="0" rIns="0" bIns="0" rtlCol="0" anchor="ctr"/>
          <a:lstStyle/>
          <a:p>
            <a:pPr indent="0" marL="0">
              <a:lnSpc>
                <a:spcPct val="130000"/>
              </a:lnSpc>
              <a:buNone/>
            </a:pPr>
            <a:r>
              <a:rPr lang="en-US" sz="2400" b="1" dirty="0">
                <a:solidFill>
                  <a:srgbClr val="F4F1EA"/>
                </a:solidFill>
                <a:latin typeface="Malgun Gothic" pitchFamily="34" charset="0"/>
                <a:ea typeface="Malgun Gothic" pitchFamily="34" charset="-122"/>
                <a:cs typeface="Malgun Gothic" pitchFamily="34" charset="-120"/>
              </a:rPr>
              <a:t>봄·여름·가을·겨울 그리고 아침과 낮과 저녁과 밤을 오고가게 하는 사시(四時)의 질서정연한 변화규율. 그것이야말로 생·노·병·사 내지 삶의 희비를 교차시키는 절대원리였던 것이다.</a:t>
            </a:r>
            <a:endParaRPr lang="en-US" sz="2400" dirty="0"/>
          </a:p>
        </p:txBody>
      </p:sp>
      <p:sp>
        <p:nvSpPr>
          <p:cNvPr id="4" name="Text 2"/>
          <p:cNvSpPr txBox="1"/>
          <p:nvPr/>
        </p:nvSpPr>
        <p:spPr>
          <a:xfrm>
            <a:off x="1371600" y="4937760"/>
            <a:ext cx="9448495" cy="457200"/>
          </a:xfrm>
          <a:prstGeom prst="rect">
            <a:avLst/>
          </a:prstGeom>
          <a:noFill/>
          <a:ln/>
        </p:spPr>
        <p:txBody>
          <a:bodyPr wrap="square" lIns="0" tIns="0" rIns="0" bIns="0" rtlCol="0" anchor="ctr"/>
          <a:lstStyle/>
          <a:p>
            <a:pPr indent="0" marL="0">
              <a:buNone/>
            </a:pPr>
            <a:r>
              <a:rPr lang="en-US" sz="1500" dirty="0">
                <a:solidFill>
                  <a:srgbClr val="A9A4B5"/>
                </a:solidFill>
                <a:latin typeface="Malgun Gothic" pitchFamily="34" charset="0"/>
                <a:ea typeface="Malgun Gothic" pitchFamily="34" charset="-122"/>
                <a:cs typeface="Malgun Gothic" pitchFamily="34" charset="-120"/>
              </a:rPr>
              <a:t>— 회고의 말</a:t>
            </a:r>
            <a:endParaRPr lang="en-US" sz="1500" dirty="0"/>
          </a:p>
        </p:txBody>
      </p:sp>
      <p:sp>
        <p:nvSpPr>
          <p:cNvPr id="5" name="Text 3"/>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rgbClr val="A9A4B5"/>
                </a:solidFill>
                <a:latin typeface="Malgun Gothic" pitchFamily="34" charset="0"/>
                <a:ea typeface="Malgun Gothic" pitchFamily="34" charset="-122"/>
                <a:cs typeface="Malgun Gothic" pitchFamily="34" charset="-120"/>
              </a:rPr>
              <a:t>의명보감 1 기초편 · 제1장 창조와 음양오행</a:t>
            </a:r>
            <a:endParaRPr lang="en-US" sz="1000" dirty="0"/>
          </a:p>
        </p:txBody>
      </p:sp>
      <p:sp>
        <p:nvSpPr>
          <p:cNvPr id="6" name="Text 4"/>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A9A4B5"/>
                </a:solidFill>
                <a:latin typeface="Malgun Gothic" pitchFamily="34" charset="0"/>
                <a:ea typeface="Malgun Gothic" pitchFamily="34" charset="-122"/>
                <a:cs typeface="Malgun Gothic"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D1C24"/>
        </a:solidFill>
      </p:bgPr>
    </p:bg>
    <p:spTree>
      <p:nvGrpSpPr>
        <p:cNvPr id="1" name=""/>
        <p:cNvGrpSpPr/>
        <p:nvPr/>
      </p:nvGrpSpPr>
      <p:grpSpPr>
        <a:xfrm>
          <a:off x="0" y="0"/>
          <a:ext cx="0" cy="0"/>
          <a:chOff x="0" y="0"/>
          <a:chExt cx="0" cy="0"/>
        </a:xfrm>
      </p:grpSpPr>
      <p:sp>
        <p:nvSpPr>
          <p:cNvPr id="2" name="Text 0"/>
          <p:cNvSpPr txBox="1"/>
          <p:nvPr/>
        </p:nvSpPr>
        <p:spPr>
          <a:xfrm>
            <a:off x="548640" y="1371600"/>
            <a:ext cx="3657600" cy="1645920"/>
          </a:xfrm>
          <a:prstGeom prst="rect">
            <a:avLst/>
          </a:prstGeom>
          <a:noFill/>
          <a:ln/>
        </p:spPr>
        <p:txBody>
          <a:bodyPr wrap="square" lIns="0" tIns="0" rIns="0" bIns="0" rtlCol="0" anchor="ctr"/>
          <a:lstStyle/>
          <a:p>
            <a:pPr indent="0" marL="0">
              <a:buNone/>
            </a:pPr>
            <a:r>
              <a:rPr lang="en-US" sz="11000" b="1" dirty="0">
                <a:solidFill>
                  <a:srgbClr val="B23A2E"/>
                </a:solidFill>
                <a:latin typeface="Malgun Gothic" pitchFamily="34" charset="0"/>
                <a:ea typeface="Malgun Gothic" pitchFamily="34" charset="-122"/>
                <a:cs typeface="Malgun Gothic" pitchFamily="34" charset="-120"/>
              </a:rPr>
              <a:t>01</a:t>
            </a:r>
            <a:endParaRPr lang="en-US" sz="11000" dirty="0"/>
          </a:p>
        </p:txBody>
      </p:sp>
      <p:sp>
        <p:nvSpPr>
          <p:cNvPr id="3" name="Text 1"/>
          <p:cNvSpPr txBox="1"/>
          <p:nvPr/>
        </p:nvSpPr>
        <p:spPr>
          <a:xfrm>
            <a:off x="548640" y="3108960"/>
            <a:ext cx="11094415" cy="914400"/>
          </a:xfrm>
          <a:prstGeom prst="rect">
            <a:avLst/>
          </a:prstGeom>
          <a:noFill/>
          <a:ln/>
        </p:spPr>
        <p:txBody>
          <a:bodyPr wrap="square" lIns="0" tIns="0" rIns="0" bIns="0" rtlCol="0" anchor="ctr"/>
          <a:lstStyle/>
          <a:p>
            <a:pPr indent="0" marL="0">
              <a:buNone/>
            </a:pPr>
            <a:r>
              <a:rPr lang="en-US" sz="4000" b="1" dirty="0">
                <a:solidFill>
                  <a:srgbClr val="F4F1EA"/>
                </a:solidFill>
                <a:latin typeface="Malgun Gothic" pitchFamily="34" charset="0"/>
                <a:ea typeface="Malgun Gothic" pitchFamily="34" charset="-122"/>
                <a:cs typeface="Malgun Gothic" pitchFamily="34" charset="-120"/>
              </a:rPr>
              <a:t>창조의 진실</a:t>
            </a:r>
            <a:endParaRPr lang="en-US" sz="4000" dirty="0"/>
          </a:p>
        </p:txBody>
      </p:sp>
      <p:sp>
        <p:nvSpPr>
          <p:cNvPr id="4" name="Text 2"/>
          <p:cNvSpPr txBox="1"/>
          <p:nvPr/>
        </p:nvSpPr>
        <p:spPr>
          <a:xfrm>
            <a:off x="548640" y="4069080"/>
            <a:ext cx="9144000" cy="914400"/>
          </a:xfrm>
          <a:prstGeom prst="rect">
            <a:avLst/>
          </a:prstGeom>
          <a:noFill/>
          <a:ln/>
        </p:spPr>
        <p:txBody>
          <a:bodyPr wrap="square" lIns="0" tIns="0" rIns="0" bIns="0" rtlCol="0" anchor="t"/>
          <a:lstStyle/>
          <a:p>
            <a:pPr indent="0" marL="0">
              <a:buNone/>
            </a:pPr>
            <a:r>
              <a:rPr lang="en-US" sz="1800" dirty="0">
                <a:solidFill>
                  <a:srgbClr val="A9A4B5"/>
                </a:solidFill>
                <a:latin typeface="Malgun Gothic" pitchFamily="34" charset="0"/>
                <a:ea typeface="Malgun Gothic" pitchFamily="34" charset="-122"/>
                <a:cs typeface="Malgun Gothic" pitchFamily="34" charset="-120"/>
              </a:rPr>
              <a:t>"겨울이 아무리 길고 추워도 봄은 반드시 찾아오고야 만다"</a:t>
            </a:r>
            <a:endParaRPr lang="en-US" sz="1800" dirty="0"/>
          </a:p>
        </p:txBody>
      </p:sp>
      <p:sp>
        <p:nvSpPr>
          <p:cNvPr id="5" name="Text 3"/>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rgbClr val="A9A4B5"/>
                </a:solidFill>
                <a:latin typeface="Malgun Gothic" pitchFamily="34" charset="0"/>
                <a:ea typeface="Malgun Gothic" pitchFamily="34" charset="-122"/>
                <a:cs typeface="Malgun Gothic" pitchFamily="34" charset="-120"/>
              </a:rPr>
              <a:t>의명보감 1 기초편 · 제1장 창조와 음양오행</a:t>
            </a:r>
            <a:endParaRPr lang="en-US" sz="1000" dirty="0"/>
          </a:p>
        </p:txBody>
      </p:sp>
      <p:sp>
        <p:nvSpPr>
          <p:cNvPr id="6" name="Text 4"/>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A9A4B5"/>
                </a:solidFill>
                <a:latin typeface="Malgun Gothic" pitchFamily="34" charset="0"/>
                <a:ea typeface="Malgun Gothic" pitchFamily="34" charset="-122"/>
                <a:cs typeface="Malgun Gothic"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320040"/>
          </a:xfrm>
          <a:prstGeom prst="rect">
            <a:avLst/>
          </a:prstGeom>
          <a:noFill/>
          <a:ln/>
        </p:spPr>
        <p:txBody>
          <a:bodyPr wrap="square" lIns="0" tIns="0" rIns="0" bIns="0" rtlCol="0" anchor="ctr"/>
          <a:lstStyle/>
          <a:p>
            <a:pPr indent="0" marL="0">
              <a:buNone/>
            </a:pPr>
            <a:r>
              <a:rPr lang="en-US" sz="1300" b="1" dirty="0">
                <a:solidFill>
                  <a:srgbClr val="B23A2E"/>
                </a:solidFill>
                <a:latin typeface="Malgun Gothic" pitchFamily="34" charset="0"/>
                <a:ea typeface="Malgun Gothic" pitchFamily="34" charset="-122"/>
                <a:cs typeface="Malgun Gothic" pitchFamily="34" charset="-120"/>
              </a:rPr>
              <a:t>01 창조의 진실</a:t>
            </a:r>
            <a:endParaRPr lang="en-US" sz="1300" dirty="0"/>
          </a:p>
        </p:txBody>
      </p:sp>
      <p:sp>
        <p:nvSpPr>
          <p:cNvPr id="3" name="Text 1"/>
          <p:cNvSpPr txBox="1"/>
          <p:nvPr/>
        </p:nvSpPr>
        <p:spPr>
          <a:xfrm>
            <a:off x="548640" y="658368"/>
            <a:ext cx="11094415" cy="685800"/>
          </a:xfrm>
          <a:prstGeom prst="rect">
            <a:avLst/>
          </a:prstGeom>
          <a:noFill/>
          <a:ln/>
        </p:spPr>
        <p:txBody>
          <a:bodyPr wrap="square" lIns="0" tIns="0" rIns="0" bIns="0" rtlCol="0" anchor="ctr"/>
          <a:lstStyle/>
          <a:p>
            <a:pPr indent="0" marL="0">
              <a:buNone/>
            </a:pPr>
            <a:r>
              <a:rPr lang="en-US" sz="3000" b="1" dirty="0">
                <a:solidFill>
                  <a:srgbClr val="22212A"/>
                </a:solidFill>
                <a:latin typeface="Malgun Gothic" pitchFamily="34" charset="0"/>
                <a:ea typeface="Malgun Gothic" pitchFamily="34" charset="-122"/>
                <a:cs typeface="Malgun Gothic" pitchFamily="34" charset="-120"/>
              </a:rPr>
              <a:t>세상의 시작을 보는 두 관점</a:t>
            </a:r>
            <a:endParaRPr lang="en-US" sz="3000" dirty="0"/>
          </a:p>
        </p:txBody>
      </p:sp>
      <p:sp>
        <p:nvSpPr>
          <p:cNvPr id="4" name="Shape 2"/>
          <p:cNvSpPr/>
          <p:nvPr/>
        </p:nvSpPr>
        <p:spPr>
          <a:xfrm>
            <a:off x="548640" y="1554480"/>
            <a:ext cx="5364328" cy="4526280"/>
          </a:xfrm>
          <a:prstGeom prst="roundRect">
            <a:avLst>
              <a:gd name="adj" fmla="val 2424"/>
            </a:avLst>
          </a:prstGeom>
          <a:solidFill>
            <a:srgbClr val="F3F1F6"/>
          </a:solidFill>
          <a:ln w="12700">
            <a:solidFill>
              <a:srgbClr val="F3F1F6"/>
            </a:solidFill>
            <a:prstDash val="solid"/>
          </a:ln>
        </p:spPr>
      </p:sp>
      <p:sp>
        <p:nvSpPr>
          <p:cNvPr id="5" name="Shape 3"/>
          <p:cNvSpPr/>
          <p:nvPr/>
        </p:nvSpPr>
        <p:spPr>
          <a:xfrm>
            <a:off x="822960" y="1783080"/>
            <a:ext cx="822960" cy="822960"/>
          </a:xfrm>
          <a:prstGeom prst="ellipse">
            <a:avLst/>
          </a:prstGeom>
          <a:solidFill>
            <a:srgbClr val="6E737B"/>
          </a:solidFill>
          <a:ln w="12700">
            <a:solidFill>
              <a:srgbClr val="6E737B"/>
            </a:solidFill>
            <a:prstDash val="solid"/>
          </a:ln>
        </p:spPr>
      </p:sp>
      <p:sp>
        <p:nvSpPr>
          <p:cNvPr id="6" name="Text 4"/>
          <p:cNvSpPr txBox="1"/>
          <p:nvPr/>
        </p:nvSpPr>
        <p:spPr>
          <a:xfrm>
            <a:off x="822960" y="1783080"/>
            <a:ext cx="822960" cy="822960"/>
          </a:xfrm>
          <a:prstGeom prst="rect">
            <a:avLst/>
          </a:prstGeom>
          <a:noFill/>
          <a:ln/>
        </p:spPr>
        <p:txBody>
          <a:bodyPr wrap="square" lIns="0" tIns="0" rIns="0" bIns="0" rtlCol="0" anchor="ctr"/>
          <a:lstStyle/>
          <a:p>
            <a:pPr algn="ctr" indent="0" marL="0">
              <a:buNone/>
            </a:pPr>
            <a:r>
              <a:rPr lang="en-US" sz="3200" b="1" dirty="0">
                <a:solidFill>
                  <a:srgbClr val="FFFFFF"/>
                </a:solidFill>
                <a:latin typeface="Malgun Gothic" pitchFamily="34" charset="0"/>
                <a:ea typeface="Malgun Gothic" pitchFamily="34" charset="-122"/>
                <a:cs typeface="Malgun Gothic" pitchFamily="34" charset="-120"/>
              </a:rPr>
              <a:t>西</a:t>
            </a:r>
            <a:endParaRPr lang="en-US" sz="3200" dirty="0"/>
          </a:p>
        </p:txBody>
      </p:sp>
      <p:sp>
        <p:nvSpPr>
          <p:cNvPr id="7" name="Text 5"/>
          <p:cNvSpPr txBox="1"/>
          <p:nvPr/>
        </p:nvSpPr>
        <p:spPr>
          <a:xfrm>
            <a:off x="1828800" y="1783080"/>
            <a:ext cx="3901288" cy="822960"/>
          </a:xfrm>
          <a:prstGeom prst="rect">
            <a:avLst/>
          </a:prstGeom>
          <a:noFill/>
          <a:ln/>
        </p:spPr>
        <p:txBody>
          <a:bodyPr wrap="square" lIns="0" tIns="0" rIns="0" bIns="0" rtlCol="0" anchor="ctr"/>
          <a:lstStyle/>
          <a:p>
            <a:pPr indent="0" marL="0">
              <a:buNone/>
            </a:pPr>
            <a:r>
              <a:rPr lang="en-US" sz="2000" b="1" dirty="0">
                <a:solidFill>
                  <a:srgbClr val="22212A"/>
                </a:solidFill>
                <a:latin typeface="Malgun Gothic" pitchFamily="34" charset="0"/>
                <a:ea typeface="Malgun Gothic" pitchFamily="34" charset="-122"/>
                <a:cs typeface="Malgun Gothic" pitchFamily="34" charset="-120"/>
              </a:rPr>
              <a:t>서양의 관점</a:t>
            </a:r>
            <a:endParaRPr lang="en-US" sz="2000" dirty="0"/>
          </a:p>
        </p:txBody>
      </p:sp>
      <p:sp>
        <p:nvSpPr>
          <p:cNvPr id="8" name="Text 6"/>
          <p:cNvSpPr txBox="1"/>
          <p:nvPr/>
        </p:nvSpPr>
        <p:spPr>
          <a:xfrm>
            <a:off x="822960" y="2788920"/>
            <a:ext cx="4815688" cy="3108960"/>
          </a:xfrm>
          <a:prstGeom prst="rect">
            <a:avLst/>
          </a:prstGeom>
          <a:noFill/>
          <a:ln/>
        </p:spPr>
        <p:txBody>
          <a:bodyPr wrap="square" lIns="0" tIns="0" rIns="0" bIns="0" rtlCol="0" anchor="t"/>
          <a:lstStyle/>
          <a:p>
            <a:pPr marL="342900" indent="-342900">
              <a:spcAft>
                <a:spcPts val="1200"/>
              </a:spcAft>
              <a:buSzPct val="100000"/>
              <a:buChar char="•"/>
            </a:pPr>
            <a:r>
              <a:rPr lang="en-US" sz="1700" dirty="0">
                <a:solidFill>
                  <a:srgbClr val="22212A"/>
                </a:solidFill>
                <a:latin typeface="Malgun Gothic" pitchFamily="34" charset="0"/>
                <a:ea typeface="Malgun Gothic" pitchFamily="34" charset="-122"/>
                <a:cs typeface="Malgun Gothic" pitchFamily="34" charset="-120"/>
              </a:rPr>
              <a:t>스스로 태어난 유일신(唯一神)이 세상을 창조</a:t>
            </a:r>
            <a:endParaRPr lang="en-US" sz="1700" dirty="0"/>
          </a:p>
          <a:p>
            <a:pPr marL="342900" indent="-342900">
              <a:spcAft>
                <a:spcPts val="1200"/>
              </a:spcAft>
              <a:buSzPct val="100000"/>
              <a:buChar char="•"/>
            </a:pPr>
            <a:r>
              <a:rPr lang="en-US" sz="1700" dirty="0">
                <a:solidFill>
                  <a:srgbClr val="22212A"/>
                </a:solidFill>
                <a:latin typeface="Malgun Gothic" pitchFamily="34" charset="0"/>
                <a:ea typeface="Malgun Gothic" pitchFamily="34" charset="-122"/>
                <a:cs typeface="Malgun Gothic" pitchFamily="34" charset="-120"/>
              </a:rPr>
              <a:t>창조주와 피조물이 분리됨</a:t>
            </a:r>
            <a:endParaRPr lang="en-US" sz="1700" dirty="0"/>
          </a:p>
          <a:p>
            <a:pPr marL="342900" indent="-342900">
              <a:spcAft>
                <a:spcPts val="1200"/>
              </a:spcAft>
              <a:buSzPct val="100000"/>
              <a:buChar char="•"/>
            </a:pPr>
            <a:r>
              <a:rPr lang="en-US" sz="1700" dirty="0">
                <a:solidFill>
                  <a:srgbClr val="22212A"/>
                </a:solidFill>
                <a:latin typeface="Malgun Gothic" pitchFamily="34" charset="0"/>
                <a:ea typeface="Malgun Gothic" pitchFamily="34" charset="-122"/>
                <a:cs typeface="Malgun Gothic" pitchFamily="34" charset="-120"/>
              </a:rPr>
              <a:t>저자: 옳고 그름을 단정할 수 없다</a:t>
            </a:r>
            <a:endParaRPr lang="en-US" sz="1700" dirty="0"/>
          </a:p>
        </p:txBody>
      </p:sp>
      <p:sp>
        <p:nvSpPr>
          <p:cNvPr id="9" name="Shape 7"/>
          <p:cNvSpPr/>
          <p:nvPr/>
        </p:nvSpPr>
        <p:spPr>
          <a:xfrm>
            <a:off x="6278728" y="1554480"/>
            <a:ext cx="5364328" cy="4526280"/>
          </a:xfrm>
          <a:prstGeom prst="roundRect">
            <a:avLst>
              <a:gd name="adj" fmla="val 2424"/>
            </a:avLst>
          </a:prstGeom>
          <a:solidFill>
            <a:srgbClr val="F3F1F6"/>
          </a:solidFill>
          <a:ln w="12700">
            <a:solidFill>
              <a:srgbClr val="F3F1F6"/>
            </a:solidFill>
            <a:prstDash val="solid"/>
          </a:ln>
        </p:spPr>
      </p:sp>
      <p:sp>
        <p:nvSpPr>
          <p:cNvPr id="10" name="Shape 8"/>
          <p:cNvSpPr/>
          <p:nvPr/>
        </p:nvSpPr>
        <p:spPr>
          <a:xfrm>
            <a:off x="6553048" y="1783080"/>
            <a:ext cx="822960" cy="822960"/>
          </a:xfrm>
          <a:prstGeom prst="ellipse">
            <a:avLst/>
          </a:prstGeom>
          <a:solidFill>
            <a:srgbClr val="B23A2E"/>
          </a:solidFill>
          <a:ln w="12700">
            <a:solidFill>
              <a:srgbClr val="B23A2E"/>
            </a:solidFill>
            <a:prstDash val="solid"/>
          </a:ln>
        </p:spPr>
      </p:sp>
      <p:sp>
        <p:nvSpPr>
          <p:cNvPr id="11" name="Text 9"/>
          <p:cNvSpPr txBox="1"/>
          <p:nvPr/>
        </p:nvSpPr>
        <p:spPr>
          <a:xfrm>
            <a:off x="6553048" y="1783080"/>
            <a:ext cx="822960" cy="822960"/>
          </a:xfrm>
          <a:prstGeom prst="rect">
            <a:avLst/>
          </a:prstGeom>
          <a:noFill/>
          <a:ln/>
        </p:spPr>
        <p:txBody>
          <a:bodyPr wrap="square" lIns="0" tIns="0" rIns="0" bIns="0" rtlCol="0" anchor="ctr"/>
          <a:lstStyle/>
          <a:p>
            <a:pPr algn="ctr" indent="0" marL="0">
              <a:buNone/>
            </a:pPr>
            <a:r>
              <a:rPr lang="en-US" sz="3200" b="1" dirty="0">
                <a:solidFill>
                  <a:srgbClr val="FFFFFF"/>
                </a:solidFill>
                <a:latin typeface="Malgun Gothic" pitchFamily="34" charset="0"/>
                <a:ea typeface="Malgun Gothic" pitchFamily="34" charset="-122"/>
                <a:cs typeface="Malgun Gothic" pitchFamily="34" charset="-120"/>
              </a:rPr>
              <a:t>東</a:t>
            </a:r>
            <a:endParaRPr lang="en-US" sz="3200" dirty="0"/>
          </a:p>
        </p:txBody>
      </p:sp>
      <p:sp>
        <p:nvSpPr>
          <p:cNvPr id="12" name="Text 10"/>
          <p:cNvSpPr txBox="1"/>
          <p:nvPr/>
        </p:nvSpPr>
        <p:spPr>
          <a:xfrm>
            <a:off x="7558888" y="1783080"/>
            <a:ext cx="3901288" cy="822960"/>
          </a:xfrm>
          <a:prstGeom prst="rect">
            <a:avLst/>
          </a:prstGeom>
          <a:noFill/>
          <a:ln/>
        </p:spPr>
        <p:txBody>
          <a:bodyPr wrap="square" lIns="0" tIns="0" rIns="0" bIns="0" rtlCol="0" anchor="ctr"/>
          <a:lstStyle/>
          <a:p>
            <a:pPr indent="0" marL="0">
              <a:buNone/>
            </a:pPr>
            <a:r>
              <a:rPr lang="en-US" sz="2000" b="1" dirty="0">
                <a:solidFill>
                  <a:srgbClr val="22212A"/>
                </a:solidFill>
                <a:latin typeface="Malgun Gothic" pitchFamily="34" charset="0"/>
                <a:ea typeface="Malgun Gothic" pitchFamily="34" charset="-122"/>
                <a:cs typeface="Malgun Gothic" pitchFamily="34" charset="-120"/>
              </a:rPr>
              <a:t>동양의 관점 (이 책의 입장)</a:t>
            </a:r>
            <a:endParaRPr lang="en-US" sz="2000" dirty="0"/>
          </a:p>
        </p:txBody>
      </p:sp>
      <p:sp>
        <p:nvSpPr>
          <p:cNvPr id="13" name="Text 11"/>
          <p:cNvSpPr txBox="1"/>
          <p:nvPr/>
        </p:nvSpPr>
        <p:spPr>
          <a:xfrm>
            <a:off x="6553048" y="2788920"/>
            <a:ext cx="4815688" cy="3108960"/>
          </a:xfrm>
          <a:prstGeom prst="rect">
            <a:avLst/>
          </a:prstGeom>
          <a:noFill/>
          <a:ln/>
        </p:spPr>
        <p:txBody>
          <a:bodyPr wrap="square" lIns="0" tIns="0" rIns="0" bIns="0" rtlCol="0" anchor="t"/>
          <a:lstStyle/>
          <a:p>
            <a:pPr marL="342900" indent="-342900">
              <a:spcAft>
                <a:spcPts val="1200"/>
              </a:spcAft>
              <a:buSzPct val="100000"/>
              <a:buChar char="•"/>
            </a:pPr>
            <a:r>
              <a:rPr lang="en-US" sz="1700" dirty="0">
                <a:solidFill>
                  <a:srgbClr val="22212A"/>
                </a:solidFill>
                <a:latin typeface="Malgun Gothic" pitchFamily="34" charset="0"/>
                <a:ea typeface="Malgun Gothic" pitchFamily="34" charset="-122"/>
                <a:cs typeface="Malgun Gothic" pitchFamily="34" charset="-120"/>
              </a:rPr>
              <a:t>우주적 원리와 법칙에 따라 필연적으로 탄생하고 생멸함 (석가·노자)</a:t>
            </a:r>
            <a:endParaRPr lang="en-US" sz="1700" dirty="0"/>
          </a:p>
          <a:p>
            <a:pPr marL="342900" indent="-342900">
              <a:spcAft>
                <a:spcPts val="1200"/>
              </a:spcAft>
              <a:buSzPct val="100000"/>
              <a:buChar char="•"/>
            </a:pPr>
            <a:r>
              <a:rPr lang="en-US" sz="1700" dirty="0">
                <a:solidFill>
                  <a:srgbClr val="22212A"/>
                </a:solidFill>
                <a:latin typeface="Malgun Gothic" pitchFamily="34" charset="0"/>
                <a:ea typeface="Malgun Gothic" pitchFamily="34" charset="-122"/>
                <a:cs typeface="Malgun Gothic" pitchFamily="34" charset="-120"/>
              </a:rPr>
              <a:t>창조의 비밀을 푸는 열쇠 = 음양오행</a:t>
            </a:r>
            <a:endParaRPr lang="en-US" sz="1700" dirty="0"/>
          </a:p>
          <a:p>
            <a:pPr marL="342900" indent="-342900">
              <a:spcAft>
                <a:spcPts val="1200"/>
              </a:spcAft>
              <a:buSzPct val="100000"/>
              <a:buChar char="•"/>
            </a:pPr>
            <a:r>
              <a:rPr lang="en-US" sz="1700" dirty="0">
                <a:solidFill>
                  <a:srgbClr val="22212A"/>
                </a:solidFill>
                <a:latin typeface="Malgun Gothic" pitchFamily="34" charset="0"/>
                <a:ea typeface="Malgun Gothic" pitchFamily="34" charset="-122"/>
                <a:cs typeface="Malgun Gothic" pitchFamily="34" charset="-120"/>
              </a:rPr>
              <a:t>음양: 두 성질이 화합해 하나의 체(體)를 이룸</a:t>
            </a:r>
            <a:endParaRPr lang="en-US" sz="1700" dirty="0"/>
          </a:p>
          <a:p>
            <a:pPr marL="342900" indent="-342900">
              <a:spcAft>
                <a:spcPts val="1200"/>
              </a:spcAft>
              <a:buSzPct val="100000"/>
              <a:buChar char="•"/>
            </a:pPr>
            <a:r>
              <a:rPr lang="en-US" sz="1700" dirty="0">
                <a:solidFill>
                  <a:srgbClr val="22212A"/>
                </a:solidFill>
                <a:latin typeface="Malgun Gothic" pitchFamily="34" charset="0"/>
                <a:ea typeface="Malgun Gothic" pitchFamily="34" charset="-122"/>
                <a:cs typeface="Malgun Gothic" pitchFamily="34" charset="-120"/>
              </a:rPr>
              <a:t>오행: 水·火·木·金·土가 쉼 없이 유행(流行)함</a:t>
            </a:r>
            <a:endParaRPr lang="en-US" sz="1700" dirty="0"/>
          </a:p>
        </p:txBody>
      </p:sp>
      <p:sp>
        <p:nvSpPr>
          <p:cNvPr id="14" name="Text 12"/>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rgbClr val="6B6778"/>
                </a:solidFill>
                <a:latin typeface="Malgun Gothic" pitchFamily="34" charset="0"/>
                <a:ea typeface="Malgun Gothic" pitchFamily="34" charset="-122"/>
                <a:cs typeface="Malgun Gothic" pitchFamily="34" charset="-120"/>
              </a:rPr>
              <a:t>의명보감 1 기초편 · 제1장 창조와 음양오행</a:t>
            </a:r>
            <a:endParaRPr lang="en-US" sz="1000" dirty="0"/>
          </a:p>
        </p:txBody>
      </p:sp>
      <p:sp>
        <p:nvSpPr>
          <p:cNvPr id="15" name="Text 13"/>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6B6778"/>
                </a:solidFill>
                <a:latin typeface="Malgun Gothic" pitchFamily="34" charset="0"/>
                <a:ea typeface="Malgun Gothic" pitchFamily="34" charset="-122"/>
                <a:cs typeface="Malgun Gothic"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320040"/>
          </a:xfrm>
          <a:prstGeom prst="rect">
            <a:avLst/>
          </a:prstGeom>
          <a:noFill/>
          <a:ln/>
        </p:spPr>
        <p:txBody>
          <a:bodyPr wrap="square" lIns="0" tIns="0" rIns="0" bIns="0" rtlCol="0" anchor="ctr"/>
          <a:lstStyle/>
          <a:p>
            <a:pPr indent="0" marL="0">
              <a:buNone/>
            </a:pPr>
            <a:r>
              <a:rPr lang="en-US" sz="1300" b="1" dirty="0">
                <a:solidFill>
                  <a:srgbClr val="B23A2E"/>
                </a:solidFill>
                <a:latin typeface="Malgun Gothic" pitchFamily="34" charset="0"/>
                <a:ea typeface="Malgun Gothic" pitchFamily="34" charset="-122"/>
                <a:cs typeface="Malgun Gothic" pitchFamily="34" charset="-120"/>
              </a:rPr>
              <a:t>02 창조와 도(道)</a:t>
            </a:r>
            <a:endParaRPr lang="en-US" sz="1300" dirty="0"/>
          </a:p>
        </p:txBody>
      </p:sp>
      <p:sp>
        <p:nvSpPr>
          <p:cNvPr id="3" name="Text 1"/>
          <p:cNvSpPr txBox="1"/>
          <p:nvPr/>
        </p:nvSpPr>
        <p:spPr>
          <a:xfrm>
            <a:off x="548640" y="658368"/>
            <a:ext cx="11094415" cy="685800"/>
          </a:xfrm>
          <a:prstGeom prst="rect">
            <a:avLst/>
          </a:prstGeom>
          <a:noFill/>
          <a:ln/>
        </p:spPr>
        <p:txBody>
          <a:bodyPr wrap="square" lIns="0" tIns="0" rIns="0" bIns="0" rtlCol="0" anchor="ctr"/>
          <a:lstStyle/>
          <a:p>
            <a:pPr indent="0" marL="0">
              <a:buNone/>
            </a:pPr>
            <a:r>
              <a:rPr lang="en-US" sz="3000" b="1" dirty="0">
                <a:solidFill>
                  <a:srgbClr val="22212A"/>
                </a:solidFill>
                <a:latin typeface="Malgun Gothic" pitchFamily="34" charset="0"/>
                <a:ea typeface="Malgun Gothic" pitchFamily="34" charset="-122"/>
                <a:cs typeface="Malgun Gothic" pitchFamily="34" charset="-120"/>
              </a:rPr>
              <a:t>道可道 非常道 — 저자의 새 해석</a:t>
            </a:r>
            <a:endParaRPr lang="en-US" sz="3000" dirty="0"/>
          </a:p>
        </p:txBody>
      </p:sp>
      <p:sp>
        <p:nvSpPr>
          <p:cNvPr id="4" name="Text 2"/>
          <p:cNvSpPr txBox="1"/>
          <p:nvPr/>
        </p:nvSpPr>
        <p:spPr>
          <a:xfrm>
            <a:off x="548640" y="1554480"/>
            <a:ext cx="7223760" cy="4572000"/>
          </a:xfrm>
          <a:prstGeom prst="rect">
            <a:avLst/>
          </a:prstGeom>
          <a:noFill/>
          <a:ln/>
        </p:spPr>
        <p:txBody>
          <a:bodyPr wrap="square" lIns="0" tIns="0" rIns="0" bIns="0" rtlCol="0" anchor="t"/>
          <a:lstStyle/>
          <a:p>
            <a:pPr indent="0" marL="0">
              <a:lnSpc>
                <a:spcPct val="115000"/>
              </a:lnSpc>
              <a:buNone/>
            </a:pPr>
            <a:r>
              <a:rPr lang="en-US" sz="1900" b="1" dirty="0">
                <a:solidFill>
                  <a:srgbClr val="22212A"/>
                </a:solidFill>
                <a:latin typeface="Malgun Gothic" pitchFamily="34" charset="0"/>
                <a:ea typeface="Malgun Gothic" pitchFamily="34" charset="-122"/>
                <a:cs typeface="Malgun Gothic" pitchFamily="34" charset="-120"/>
              </a:rPr>
              <a:t>첫째 道 = 형이상(形而上)의 도</a:t>
            </a:r>
            <a:endParaRPr lang="en-US" sz="1900" dirty="0"/>
          </a:p>
          <a:p>
            <a:pPr indent="0" marL="0">
              <a:lnSpc>
                <a:spcPct val="115000"/>
              </a:lnSpc>
              <a:spcAft>
                <a:spcPts val="1600"/>
              </a:spcAft>
              <a:buNone/>
            </a:pPr>
            <a:r>
              <a:rPr lang="en-US" sz="1700" dirty="0">
                <a:solidFill>
                  <a:srgbClr val="6B6778"/>
                </a:solidFill>
                <a:latin typeface="Malgun Gothic" pitchFamily="34" charset="0"/>
                <a:ea typeface="Malgun Gothic" pitchFamily="34" charset="-122"/>
                <a:cs typeface="Malgun Gothic" pitchFamily="34" charset="-120"/>
              </a:rPr>
              <a:t>있는지 없는지 분별할 수 없는 카오스(혼돈)의 도</a:t>
            </a:r>
            <a:endParaRPr lang="en-US" sz="1900" dirty="0"/>
          </a:p>
          <a:p>
            <a:pPr indent="0" marL="0">
              <a:lnSpc>
                <a:spcPct val="115000"/>
              </a:lnSpc>
              <a:buNone/>
            </a:pPr>
            <a:r>
              <a:rPr lang="en-US" sz="1900" b="1" dirty="0">
                <a:solidFill>
                  <a:srgbClr val="22212A"/>
                </a:solidFill>
                <a:latin typeface="Malgun Gothic" pitchFamily="34" charset="0"/>
                <a:ea typeface="Malgun Gothic" pitchFamily="34" charset="-122"/>
                <a:cs typeface="Malgun Gothic" pitchFamily="34" charset="-120"/>
              </a:rPr>
              <a:t>둘째 道 = 형이하(形而下)의 도</a:t>
            </a:r>
            <a:endParaRPr lang="en-US" sz="1900" dirty="0"/>
          </a:p>
          <a:p>
            <a:pPr indent="0" marL="0">
              <a:lnSpc>
                <a:spcPct val="115000"/>
              </a:lnSpc>
              <a:spcAft>
                <a:spcPts val="1600"/>
              </a:spcAft>
              <a:buNone/>
            </a:pPr>
            <a:r>
              <a:rPr lang="en-US" sz="1700" dirty="0">
                <a:solidFill>
                  <a:srgbClr val="6B6778"/>
                </a:solidFill>
                <a:latin typeface="Malgun Gothic" pitchFamily="34" charset="0"/>
                <a:ea typeface="Malgun Gothic" pitchFamily="34" charset="-122"/>
                <a:cs typeface="Malgun Gothic" pitchFamily="34" charset="-120"/>
              </a:rPr>
              <a:t>빛과 어둠이 구별되는 코스모스(질서)의 도, 창조적 습성을 지님</a:t>
            </a:r>
            <a:endParaRPr lang="en-US" sz="1900" dirty="0"/>
          </a:p>
          <a:p>
            <a:pPr indent="0" marL="0">
              <a:lnSpc>
                <a:spcPct val="115000"/>
              </a:lnSpc>
              <a:buNone/>
            </a:pPr>
            <a:r>
              <a:rPr lang="en-US" sz="1900" b="1" dirty="0">
                <a:solidFill>
                  <a:srgbClr val="22212A"/>
                </a:solidFill>
                <a:latin typeface="Malgun Gothic" pitchFamily="34" charset="0"/>
                <a:ea typeface="Malgun Gothic" pitchFamily="34" charset="-122"/>
                <a:cs typeface="Malgun Gothic" pitchFamily="34" charset="-120"/>
              </a:rPr>
              <a:t>非常道 · 非常名</a:t>
            </a:r>
            <a:endParaRPr lang="en-US" sz="1900" dirty="0"/>
          </a:p>
          <a:p>
            <a:pPr indent="0" marL="0">
              <a:lnSpc>
                <a:spcPct val="115000"/>
              </a:lnSpc>
              <a:spcAft>
                <a:spcPts val="1600"/>
              </a:spcAft>
              <a:buNone/>
            </a:pPr>
            <a:r>
              <a:rPr lang="en-US" sz="1700" dirty="0">
                <a:solidFill>
                  <a:srgbClr val="6B6778"/>
                </a:solidFill>
                <a:latin typeface="Malgun Gothic" pitchFamily="34" charset="0"/>
                <a:ea typeface="Malgun Gothic" pitchFamily="34" charset="-122"/>
                <a:cs typeface="Malgun Gothic" pitchFamily="34" charset="-120"/>
              </a:rPr>
              <a:t>끊임없이 만물을 낳고 변하는 도. 이름 가진 만물도 쉼 없이 변한다 (호수 → 수증기 → 구름·비·강물)</a:t>
            </a:r>
            <a:endParaRPr lang="en-US" sz="1900" dirty="0"/>
          </a:p>
          <a:p>
            <a:pPr indent="0" marL="0">
              <a:lnSpc>
                <a:spcPct val="115000"/>
              </a:lnSpc>
              <a:buNone/>
            </a:pPr>
            <a:r>
              <a:rPr lang="en-US" sz="1900" b="1" dirty="0">
                <a:solidFill>
                  <a:srgbClr val="22212A"/>
                </a:solidFill>
                <a:latin typeface="Malgun Gothic" pitchFamily="34" charset="0"/>
                <a:ea typeface="Malgun Gothic" pitchFamily="34" charset="-122"/>
                <a:cs typeface="Malgun Gothic" pitchFamily="34" charset="-120"/>
              </a:rPr>
              <a:t>無名 天地之根 / 有名 天地之母</a:t>
            </a:r>
            <a:endParaRPr lang="en-US" sz="1900" dirty="0"/>
          </a:p>
          <a:p>
            <a:pPr indent="0" marL="0">
              <a:lnSpc>
                <a:spcPct val="115000"/>
              </a:lnSpc>
              <a:buNone/>
            </a:pPr>
            <a:r>
              <a:rPr lang="en-US" sz="1700" dirty="0">
                <a:solidFill>
                  <a:srgbClr val="6B6778"/>
                </a:solidFill>
                <a:latin typeface="Malgun Gothic" pitchFamily="34" charset="0"/>
                <a:ea typeface="Malgun Gothic" pitchFamily="34" charset="-122"/>
                <a:cs typeface="Malgun Gothic" pitchFamily="34" charset="-120"/>
              </a:rPr>
              <a:t>이름 없는 근원은 천지의 뿌리, 최초의 물질은 만물의 어머니</a:t>
            </a:r>
            <a:endParaRPr lang="en-US" sz="1900" dirty="0"/>
          </a:p>
        </p:txBody>
      </p:sp>
      <p:sp>
        <p:nvSpPr>
          <p:cNvPr id="5" name="Shape 3"/>
          <p:cNvSpPr/>
          <p:nvPr/>
        </p:nvSpPr>
        <p:spPr>
          <a:xfrm>
            <a:off x="8229600" y="1554480"/>
            <a:ext cx="3410712" cy="4480560"/>
          </a:xfrm>
          <a:prstGeom prst="roundRect">
            <a:avLst>
              <a:gd name="adj" fmla="val 4021"/>
            </a:avLst>
          </a:prstGeom>
          <a:solidFill>
            <a:srgbClr val="F3F1F6"/>
          </a:solidFill>
          <a:ln w="12700">
            <a:solidFill>
              <a:srgbClr val="F3F1F6"/>
            </a:solidFill>
            <a:prstDash val="solid"/>
          </a:ln>
        </p:spPr>
      </p:sp>
      <p:sp>
        <p:nvSpPr>
          <p:cNvPr id="6" name="Shape 4"/>
          <p:cNvSpPr/>
          <p:nvPr/>
        </p:nvSpPr>
        <p:spPr>
          <a:xfrm>
            <a:off x="8837676" y="1920240"/>
            <a:ext cx="2194560" cy="2194560"/>
          </a:xfrm>
          <a:prstGeom prst="ellipse">
            <a:avLst/>
          </a:prstGeom>
          <a:solidFill>
            <a:srgbClr val="1D1C24"/>
          </a:solidFill>
          <a:ln w="12700">
            <a:solidFill>
              <a:srgbClr val="1D1C24"/>
            </a:solidFill>
            <a:prstDash val="solid"/>
          </a:ln>
        </p:spPr>
      </p:sp>
      <p:sp>
        <p:nvSpPr>
          <p:cNvPr id="7" name="Text 5"/>
          <p:cNvSpPr txBox="1"/>
          <p:nvPr/>
        </p:nvSpPr>
        <p:spPr>
          <a:xfrm>
            <a:off x="8837676" y="1920240"/>
            <a:ext cx="2194560" cy="2194560"/>
          </a:xfrm>
          <a:prstGeom prst="rect">
            <a:avLst/>
          </a:prstGeom>
          <a:noFill/>
          <a:ln/>
        </p:spPr>
        <p:txBody>
          <a:bodyPr wrap="square" lIns="0" tIns="0" rIns="0" bIns="0" rtlCol="0" anchor="ctr"/>
          <a:lstStyle/>
          <a:p>
            <a:pPr algn="ctr" indent="0" marL="0">
              <a:buNone/>
            </a:pPr>
            <a:r>
              <a:rPr lang="en-US" sz="8000" b="1" dirty="0">
                <a:solidFill>
                  <a:srgbClr val="FFFFFF"/>
                </a:solidFill>
                <a:latin typeface="Malgun Gothic" pitchFamily="34" charset="0"/>
                <a:ea typeface="Malgun Gothic" pitchFamily="34" charset="-122"/>
                <a:cs typeface="Malgun Gothic" pitchFamily="34" charset="-120"/>
              </a:rPr>
              <a:t>道</a:t>
            </a:r>
            <a:endParaRPr lang="en-US" sz="8000" dirty="0"/>
          </a:p>
        </p:txBody>
      </p:sp>
      <p:sp>
        <p:nvSpPr>
          <p:cNvPr id="8" name="Text 6"/>
          <p:cNvSpPr txBox="1"/>
          <p:nvPr/>
        </p:nvSpPr>
        <p:spPr>
          <a:xfrm>
            <a:off x="8412480" y="4343400"/>
            <a:ext cx="3044952" cy="1463040"/>
          </a:xfrm>
          <a:prstGeom prst="rect">
            <a:avLst/>
          </a:prstGeom>
          <a:noFill/>
          <a:ln/>
        </p:spPr>
        <p:txBody>
          <a:bodyPr wrap="square" lIns="0" tIns="0" rIns="0" bIns="0" rtlCol="0" anchor="t"/>
          <a:lstStyle/>
          <a:p>
            <a:pPr algn="ctr" indent="0" marL="0">
              <a:buNone/>
            </a:pPr>
            <a:r>
              <a:rPr lang="en-US" sz="1400" dirty="0">
                <a:solidFill>
                  <a:srgbClr val="22212A"/>
                </a:solidFill>
                <a:latin typeface="Malgun Gothic" pitchFamily="34" charset="0"/>
                <a:ea typeface="Malgun Gothic" pitchFamily="34" charset="-122"/>
                <a:cs typeface="Malgun Gothic" pitchFamily="34" charset="-120"/>
              </a:rPr>
              <a:t>흔한 해석: "도를 도라 하면</a:t>
            </a:r>
            <a:endParaRPr lang="en-US" sz="1400" dirty="0"/>
          </a:p>
          <a:p>
            <a:pPr algn="ctr" indent="0" marL="0">
              <a:buNone/>
            </a:pPr>
            <a:r>
              <a:rPr lang="en-US" sz="1400" dirty="0">
                <a:solidFill>
                  <a:srgbClr val="22212A"/>
                </a:solidFill>
                <a:latin typeface="Malgun Gothic" pitchFamily="34" charset="0"/>
                <a:ea typeface="Malgun Gothic" pitchFamily="34" charset="-122"/>
                <a:cs typeface="Malgun Gothic" pitchFamily="34" charset="-120"/>
              </a:rPr>
              <a:t>이미 도가 아니다"</a:t>
            </a:r>
            <a:endParaRPr lang="en-US" sz="1400" dirty="0"/>
          </a:p>
          <a:p>
            <a:pPr algn="ctr" indent="0" marL="0">
              <a:buNone/>
            </a:pPr>
            <a:r>
              <a:rPr lang="en-US" sz="1400" dirty="0">
                <a:solidFill>
                  <a:srgbClr val="22212A"/>
                </a:solidFill>
                <a:latin typeface="Malgun Gothic" pitchFamily="34" charset="0"/>
                <a:ea typeface="Malgun Gothic" pitchFamily="34" charset="-122"/>
                <a:cs typeface="Malgun Gothic" pitchFamily="34" charset="-120"/>
              </a:rPr>
              <a:t>→ 저자는 이를 정정</a:t>
            </a:r>
            <a:endParaRPr lang="en-US" sz="1400" dirty="0"/>
          </a:p>
        </p:txBody>
      </p:sp>
      <p:sp>
        <p:nvSpPr>
          <p:cNvPr id="9" name="Text 7"/>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rgbClr val="6B6778"/>
                </a:solidFill>
                <a:latin typeface="Malgun Gothic" pitchFamily="34" charset="0"/>
                <a:ea typeface="Malgun Gothic" pitchFamily="34" charset="-122"/>
                <a:cs typeface="Malgun Gothic" pitchFamily="34" charset="-120"/>
              </a:rPr>
              <a:t>의명보감 1 기초편 · 제1장 창조와 음양오행</a:t>
            </a:r>
            <a:endParaRPr lang="en-US" sz="1000" dirty="0"/>
          </a:p>
        </p:txBody>
      </p:sp>
      <p:sp>
        <p:nvSpPr>
          <p:cNvPr id="10" name="Text 8"/>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6B6778"/>
                </a:solidFill>
                <a:latin typeface="Malgun Gothic" pitchFamily="34" charset="0"/>
                <a:ea typeface="Malgun Gothic" pitchFamily="34" charset="-122"/>
                <a:cs typeface="Malgun Gothic"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320040"/>
          </a:xfrm>
          <a:prstGeom prst="rect">
            <a:avLst/>
          </a:prstGeom>
          <a:noFill/>
          <a:ln/>
        </p:spPr>
        <p:txBody>
          <a:bodyPr wrap="square" lIns="0" tIns="0" rIns="0" bIns="0" rtlCol="0" anchor="ctr"/>
          <a:lstStyle/>
          <a:p>
            <a:pPr indent="0" marL="0">
              <a:buNone/>
            </a:pPr>
            <a:r>
              <a:rPr lang="en-US" sz="1300" b="1" dirty="0">
                <a:solidFill>
                  <a:srgbClr val="B23A2E"/>
                </a:solidFill>
                <a:latin typeface="Malgun Gothic" pitchFamily="34" charset="0"/>
                <a:ea typeface="Malgun Gothic" pitchFamily="34" charset="-122"/>
                <a:cs typeface="Malgun Gothic" pitchFamily="34" charset="-120"/>
              </a:rPr>
              <a:t>02 창조와 도(道)</a:t>
            </a:r>
            <a:endParaRPr lang="en-US" sz="1300" dirty="0"/>
          </a:p>
        </p:txBody>
      </p:sp>
      <p:sp>
        <p:nvSpPr>
          <p:cNvPr id="3" name="Text 1"/>
          <p:cNvSpPr txBox="1"/>
          <p:nvPr/>
        </p:nvSpPr>
        <p:spPr>
          <a:xfrm>
            <a:off x="548640" y="658368"/>
            <a:ext cx="11094415" cy="685800"/>
          </a:xfrm>
          <a:prstGeom prst="rect">
            <a:avLst/>
          </a:prstGeom>
          <a:noFill/>
          <a:ln/>
        </p:spPr>
        <p:txBody>
          <a:bodyPr wrap="square" lIns="0" tIns="0" rIns="0" bIns="0" rtlCol="0" anchor="ctr"/>
          <a:lstStyle/>
          <a:p>
            <a:pPr indent="0" marL="0">
              <a:buNone/>
            </a:pPr>
            <a:r>
              <a:rPr lang="en-US" sz="3000" b="1" dirty="0">
                <a:solidFill>
                  <a:srgbClr val="22212A"/>
                </a:solidFill>
                <a:latin typeface="Malgun Gothic" pitchFamily="34" charset="0"/>
                <a:ea typeface="Malgun Gothic" pitchFamily="34" charset="-122"/>
                <a:cs typeface="Malgun Gothic" pitchFamily="34" charset="-120"/>
              </a:rPr>
              <a:t>道生一 一生二 二生三 三生萬物</a:t>
            </a:r>
            <a:endParaRPr lang="en-US" sz="3000" dirty="0"/>
          </a:p>
        </p:txBody>
      </p:sp>
      <p:sp>
        <p:nvSpPr>
          <p:cNvPr id="4" name="Shape 2"/>
          <p:cNvSpPr/>
          <p:nvPr/>
        </p:nvSpPr>
        <p:spPr>
          <a:xfrm>
            <a:off x="707365" y="1828800"/>
            <a:ext cx="1188720" cy="1188720"/>
          </a:xfrm>
          <a:prstGeom prst="ellipse">
            <a:avLst/>
          </a:prstGeom>
          <a:solidFill>
            <a:srgbClr val="1D1C24"/>
          </a:solidFill>
          <a:ln w="12700">
            <a:solidFill>
              <a:srgbClr val="1D1C24"/>
            </a:solidFill>
            <a:prstDash val="solid"/>
          </a:ln>
        </p:spPr>
      </p:sp>
      <p:sp>
        <p:nvSpPr>
          <p:cNvPr id="5" name="Text 3"/>
          <p:cNvSpPr txBox="1"/>
          <p:nvPr/>
        </p:nvSpPr>
        <p:spPr>
          <a:xfrm>
            <a:off x="707365" y="1828800"/>
            <a:ext cx="1188720" cy="1188720"/>
          </a:xfrm>
          <a:prstGeom prst="rect">
            <a:avLst/>
          </a:prstGeom>
          <a:noFill/>
          <a:ln/>
        </p:spPr>
        <p:txBody>
          <a:bodyPr wrap="square" lIns="0" tIns="0" rIns="0" bIns="0" rtlCol="0" anchor="ctr"/>
          <a:lstStyle/>
          <a:p>
            <a:pPr algn="ctr" indent="0" marL="0">
              <a:buNone/>
            </a:pPr>
            <a:r>
              <a:rPr lang="en-US" sz="4000" b="1" dirty="0">
                <a:solidFill>
                  <a:srgbClr val="FFFFFF"/>
                </a:solidFill>
                <a:latin typeface="Malgun Gothic" pitchFamily="34" charset="0"/>
                <a:ea typeface="Malgun Gothic" pitchFamily="34" charset="-122"/>
                <a:cs typeface="Malgun Gothic" pitchFamily="34" charset="-120"/>
              </a:rPr>
              <a:t>道</a:t>
            </a:r>
            <a:endParaRPr lang="en-US" sz="4000" dirty="0"/>
          </a:p>
        </p:txBody>
      </p:sp>
      <p:sp>
        <p:nvSpPr>
          <p:cNvPr id="6" name="Shape 4"/>
          <p:cNvSpPr/>
          <p:nvPr/>
        </p:nvSpPr>
        <p:spPr>
          <a:xfrm rot="5400000">
            <a:off x="2150821" y="2295144"/>
            <a:ext cx="256032" cy="256032"/>
          </a:xfrm>
          <a:prstGeom prst="triangle">
            <a:avLst/>
          </a:prstGeom>
          <a:solidFill>
            <a:srgbClr val="D9D5E0"/>
          </a:solidFill>
          <a:ln w="12700">
            <a:solidFill>
              <a:srgbClr val="D9D5E0"/>
            </a:solidFill>
            <a:prstDash val="solid"/>
          </a:ln>
        </p:spPr>
      </p:sp>
      <p:sp>
        <p:nvSpPr>
          <p:cNvPr id="7" name="Text 5"/>
          <p:cNvSpPr txBox="1"/>
          <p:nvPr/>
        </p:nvSpPr>
        <p:spPr>
          <a:xfrm>
            <a:off x="548640" y="3200400"/>
            <a:ext cx="1506169" cy="457200"/>
          </a:xfrm>
          <a:prstGeom prst="rect">
            <a:avLst/>
          </a:prstGeom>
          <a:noFill/>
          <a:ln/>
        </p:spPr>
        <p:txBody>
          <a:bodyPr wrap="square" lIns="0" tIns="0" rIns="0" bIns="0" rtlCol="0" anchor="ctr"/>
          <a:lstStyle/>
          <a:p>
            <a:pPr algn="ctr" indent="0" marL="0">
              <a:buNone/>
            </a:pPr>
            <a:r>
              <a:rPr lang="en-US" sz="1600" b="1" dirty="0">
                <a:solidFill>
                  <a:srgbClr val="22212A"/>
                </a:solidFill>
                <a:latin typeface="Malgun Gothic" pitchFamily="34" charset="0"/>
                <a:ea typeface="Malgun Gothic" pitchFamily="34" charset="-122"/>
                <a:cs typeface="Malgun Gothic" pitchFamily="34" charset="-120"/>
              </a:rPr>
              <a:t>태극(太極)</a:t>
            </a:r>
            <a:endParaRPr lang="en-US" sz="1600" dirty="0"/>
          </a:p>
        </p:txBody>
      </p:sp>
      <p:sp>
        <p:nvSpPr>
          <p:cNvPr id="8" name="Text 6"/>
          <p:cNvSpPr txBox="1"/>
          <p:nvPr/>
        </p:nvSpPr>
        <p:spPr>
          <a:xfrm>
            <a:off x="548640" y="3675888"/>
            <a:ext cx="1506169" cy="1828800"/>
          </a:xfrm>
          <a:prstGeom prst="rect">
            <a:avLst/>
          </a:prstGeom>
          <a:noFill/>
          <a:ln/>
        </p:spPr>
        <p:txBody>
          <a:bodyPr wrap="square" lIns="0" tIns="0" rIns="0" bIns="0" rtlCol="0" anchor="t"/>
          <a:lstStyle/>
          <a:p>
            <a:pPr algn="ctr" indent="0" marL="0">
              <a:buNone/>
            </a:pPr>
            <a:r>
              <a:rPr lang="en-US" sz="1300" dirty="0">
                <a:solidFill>
                  <a:srgbClr val="6B6778"/>
                </a:solidFill>
                <a:latin typeface="Malgun Gothic" pitchFamily="34" charset="0"/>
                <a:ea typeface="Malgun Gothic" pitchFamily="34" charset="-122"/>
                <a:cs typeface="Malgun Gothic" pitchFamily="34" charset="-120"/>
              </a:rPr>
              <a:t>음양을 머금되</a:t>
            </a:r>
            <a:endParaRPr lang="en-US" sz="1300" dirty="0"/>
          </a:p>
          <a:p>
            <a:pPr algn="ctr" indent="0" marL="0">
              <a:buNone/>
            </a:pPr>
            <a:r>
              <a:rPr lang="en-US" sz="1300" dirty="0">
                <a:solidFill>
                  <a:srgbClr val="6B6778"/>
                </a:solidFill>
                <a:latin typeface="Malgun Gothic" pitchFamily="34" charset="0"/>
                <a:ea typeface="Malgun Gothic" pitchFamily="34" charset="-122"/>
                <a:cs typeface="Malgun Gothic" pitchFamily="34" charset="-120"/>
              </a:rPr>
              <a:t>나뉘기 전</a:t>
            </a:r>
            <a:endParaRPr lang="en-US" sz="1300" dirty="0"/>
          </a:p>
        </p:txBody>
      </p:sp>
      <p:sp>
        <p:nvSpPr>
          <p:cNvPr id="9" name="Shape 7"/>
          <p:cNvSpPr/>
          <p:nvPr/>
        </p:nvSpPr>
        <p:spPr>
          <a:xfrm>
            <a:off x="2625014" y="1828800"/>
            <a:ext cx="1188720" cy="1188720"/>
          </a:xfrm>
          <a:prstGeom prst="ellipse">
            <a:avLst/>
          </a:prstGeom>
          <a:solidFill>
            <a:srgbClr val="22406E"/>
          </a:solidFill>
          <a:ln w="12700">
            <a:solidFill>
              <a:srgbClr val="22406E"/>
            </a:solidFill>
            <a:prstDash val="solid"/>
          </a:ln>
        </p:spPr>
      </p:sp>
      <p:sp>
        <p:nvSpPr>
          <p:cNvPr id="10" name="Text 8"/>
          <p:cNvSpPr txBox="1"/>
          <p:nvPr/>
        </p:nvSpPr>
        <p:spPr>
          <a:xfrm>
            <a:off x="2625014" y="1828800"/>
            <a:ext cx="1188720" cy="1188720"/>
          </a:xfrm>
          <a:prstGeom prst="rect">
            <a:avLst/>
          </a:prstGeom>
          <a:noFill/>
          <a:ln/>
        </p:spPr>
        <p:txBody>
          <a:bodyPr wrap="square" lIns="0" tIns="0" rIns="0" bIns="0" rtlCol="0" anchor="ctr"/>
          <a:lstStyle/>
          <a:p>
            <a:pPr algn="ctr" indent="0" marL="0">
              <a:buNone/>
            </a:pPr>
            <a:r>
              <a:rPr lang="en-US" sz="4000" b="1" dirty="0">
                <a:solidFill>
                  <a:srgbClr val="FFFFFF"/>
                </a:solidFill>
                <a:latin typeface="Malgun Gothic" pitchFamily="34" charset="0"/>
                <a:ea typeface="Malgun Gothic" pitchFamily="34" charset="-122"/>
                <a:cs typeface="Malgun Gothic" pitchFamily="34" charset="-120"/>
              </a:rPr>
              <a:t>水</a:t>
            </a:r>
            <a:endParaRPr lang="en-US" sz="4000" dirty="0"/>
          </a:p>
        </p:txBody>
      </p:sp>
      <p:sp>
        <p:nvSpPr>
          <p:cNvPr id="11" name="Shape 9"/>
          <p:cNvSpPr/>
          <p:nvPr/>
        </p:nvSpPr>
        <p:spPr>
          <a:xfrm rot="5400000">
            <a:off x="4068470" y="2295144"/>
            <a:ext cx="256032" cy="256032"/>
          </a:xfrm>
          <a:prstGeom prst="triangle">
            <a:avLst/>
          </a:prstGeom>
          <a:solidFill>
            <a:srgbClr val="D9D5E0"/>
          </a:solidFill>
          <a:ln w="12700">
            <a:solidFill>
              <a:srgbClr val="D9D5E0"/>
            </a:solidFill>
            <a:prstDash val="solid"/>
          </a:ln>
        </p:spPr>
      </p:sp>
      <p:sp>
        <p:nvSpPr>
          <p:cNvPr id="12" name="Text 10"/>
          <p:cNvSpPr txBox="1"/>
          <p:nvPr/>
        </p:nvSpPr>
        <p:spPr>
          <a:xfrm>
            <a:off x="2466289" y="3200400"/>
            <a:ext cx="1506169" cy="457200"/>
          </a:xfrm>
          <a:prstGeom prst="rect">
            <a:avLst/>
          </a:prstGeom>
          <a:noFill/>
          <a:ln/>
        </p:spPr>
        <p:txBody>
          <a:bodyPr wrap="square" lIns="0" tIns="0" rIns="0" bIns="0" rtlCol="0" anchor="ctr"/>
          <a:lstStyle/>
          <a:p>
            <a:pPr algn="ctr" indent="0" marL="0">
              <a:buNone/>
            </a:pPr>
            <a:r>
              <a:rPr lang="en-US" sz="1600" b="1" dirty="0">
                <a:solidFill>
                  <a:srgbClr val="22212A"/>
                </a:solidFill>
                <a:latin typeface="Malgun Gothic" pitchFamily="34" charset="0"/>
                <a:ea typeface="Malgun Gothic" pitchFamily="34" charset="-122"/>
                <a:cs typeface="Malgun Gothic" pitchFamily="34" charset="-120"/>
              </a:rPr>
              <a:t>一 · 일기</a:t>
            </a:r>
            <a:endParaRPr lang="en-US" sz="1600" dirty="0"/>
          </a:p>
        </p:txBody>
      </p:sp>
      <p:sp>
        <p:nvSpPr>
          <p:cNvPr id="13" name="Text 11"/>
          <p:cNvSpPr txBox="1"/>
          <p:nvPr/>
        </p:nvSpPr>
        <p:spPr>
          <a:xfrm>
            <a:off x="2466289" y="3675888"/>
            <a:ext cx="1506169" cy="1828800"/>
          </a:xfrm>
          <a:prstGeom prst="rect">
            <a:avLst/>
          </a:prstGeom>
          <a:noFill/>
          <a:ln/>
        </p:spPr>
        <p:txBody>
          <a:bodyPr wrap="square" lIns="0" tIns="0" rIns="0" bIns="0" rtlCol="0" anchor="t"/>
          <a:lstStyle/>
          <a:p>
            <a:pPr algn="ctr" indent="0" marL="0">
              <a:buNone/>
            </a:pPr>
            <a:r>
              <a:rPr lang="en-US" sz="1300" dirty="0">
                <a:solidFill>
                  <a:srgbClr val="6B6778"/>
                </a:solidFill>
                <a:latin typeface="Malgun Gothic" pitchFamily="34" charset="0"/>
                <a:ea typeface="Malgun Gothic" pitchFamily="34" charset="-122"/>
                <a:cs typeface="Malgun Gothic" pitchFamily="34" charset="-120"/>
              </a:rPr>
              <a:t>陰</a:t>
            </a:r>
            <a:endParaRPr lang="en-US" sz="1300" dirty="0"/>
          </a:p>
          <a:p>
            <a:pPr algn="ctr" indent="0" marL="0">
              <a:buNone/>
            </a:pPr>
            <a:r>
              <a:rPr lang="en-US" sz="1300" dirty="0">
                <a:solidFill>
                  <a:srgbClr val="6B6778"/>
                </a:solidFill>
                <a:latin typeface="Malgun Gothic" pitchFamily="34" charset="0"/>
                <a:ea typeface="Malgun Gothic" pitchFamily="34" charset="-122"/>
                <a:cs typeface="Malgun Gothic" pitchFamily="34" charset="-120"/>
              </a:rPr>
              <a:t>최초의 물질</a:t>
            </a:r>
            <a:endParaRPr lang="en-US" sz="1300" dirty="0"/>
          </a:p>
        </p:txBody>
      </p:sp>
      <p:sp>
        <p:nvSpPr>
          <p:cNvPr id="14" name="Shape 12"/>
          <p:cNvSpPr/>
          <p:nvPr/>
        </p:nvSpPr>
        <p:spPr>
          <a:xfrm>
            <a:off x="4542663" y="1828800"/>
            <a:ext cx="1188720" cy="1188720"/>
          </a:xfrm>
          <a:prstGeom prst="ellipse">
            <a:avLst/>
          </a:prstGeom>
          <a:solidFill>
            <a:srgbClr val="C0392B"/>
          </a:solidFill>
          <a:ln w="12700">
            <a:solidFill>
              <a:srgbClr val="C0392B"/>
            </a:solidFill>
            <a:prstDash val="solid"/>
          </a:ln>
        </p:spPr>
      </p:sp>
      <p:sp>
        <p:nvSpPr>
          <p:cNvPr id="15" name="Text 13"/>
          <p:cNvSpPr txBox="1"/>
          <p:nvPr/>
        </p:nvSpPr>
        <p:spPr>
          <a:xfrm>
            <a:off x="4542663" y="1828800"/>
            <a:ext cx="1188720" cy="1188720"/>
          </a:xfrm>
          <a:prstGeom prst="rect">
            <a:avLst/>
          </a:prstGeom>
          <a:noFill/>
          <a:ln/>
        </p:spPr>
        <p:txBody>
          <a:bodyPr wrap="square" lIns="0" tIns="0" rIns="0" bIns="0" rtlCol="0" anchor="ctr"/>
          <a:lstStyle/>
          <a:p>
            <a:pPr algn="ctr" indent="0" marL="0">
              <a:buNone/>
            </a:pPr>
            <a:r>
              <a:rPr lang="en-US" sz="4000" b="1" dirty="0">
                <a:solidFill>
                  <a:srgbClr val="FFFFFF"/>
                </a:solidFill>
                <a:latin typeface="Malgun Gothic" pitchFamily="34" charset="0"/>
                <a:ea typeface="Malgun Gothic" pitchFamily="34" charset="-122"/>
                <a:cs typeface="Malgun Gothic" pitchFamily="34" charset="-120"/>
              </a:rPr>
              <a:t>火</a:t>
            </a:r>
            <a:endParaRPr lang="en-US" sz="4000" dirty="0"/>
          </a:p>
        </p:txBody>
      </p:sp>
      <p:sp>
        <p:nvSpPr>
          <p:cNvPr id="16" name="Shape 14"/>
          <p:cNvSpPr/>
          <p:nvPr/>
        </p:nvSpPr>
        <p:spPr>
          <a:xfrm rot="5400000">
            <a:off x="5986120" y="2295144"/>
            <a:ext cx="256032" cy="256032"/>
          </a:xfrm>
          <a:prstGeom prst="triangle">
            <a:avLst/>
          </a:prstGeom>
          <a:solidFill>
            <a:srgbClr val="D9D5E0"/>
          </a:solidFill>
          <a:ln w="12700">
            <a:solidFill>
              <a:srgbClr val="D9D5E0"/>
            </a:solidFill>
            <a:prstDash val="solid"/>
          </a:ln>
        </p:spPr>
      </p:sp>
      <p:sp>
        <p:nvSpPr>
          <p:cNvPr id="17" name="Text 15"/>
          <p:cNvSpPr txBox="1"/>
          <p:nvPr/>
        </p:nvSpPr>
        <p:spPr>
          <a:xfrm>
            <a:off x="4383938" y="3200400"/>
            <a:ext cx="1506169" cy="457200"/>
          </a:xfrm>
          <a:prstGeom prst="rect">
            <a:avLst/>
          </a:prstGeom>
          <a:noFill/>
          <a:ln/>
        </p:spPr>
        <p:txBody>
          <a:bodyPr wrap="square" lIns="0" tIns="0" rIns="0" bIns="0" rtlCol="0" anchor="ctr"/>
          <a:lstStyle/>
          <a:p>
            <a:pPr algn="ctr" indent="0" marL="0">
              <a:buNone/>
            </a:pPr>
            <a:r>
              <a:rPr lang="en-US" sz="1600" b="1" dirty="0">
                <a:solidFill>
                  <a:srgbClr val="22212A"/>
                </a:solidFill>
                <a:latin typeface="Malgun Gothic" pitchFamily="34" charset="0"/>
                <a:ea typeface="Malgun Gothic" pitchFamily="34" charset="-122"/>
                <a:cs typeface="Malgun Gothic" pitchFamily="34" charset="-120"/>
              </a:rPr>
              <a:t>二 · 이기</a:t>
            </a:r>
            <a:endParaRPr lang="en-US" sz="1600" dirty="0"/>
          </a:p>
        </p:txBody>
      </p:sp>
      <p:sp>
        <p:nvSpPr>
          <p:cNvPr id="18" name="Text 16"/>
          <p:cNvSpPr txBox="1"/>
          <p:nvPr/>
        </p:nvSpPr>
        <p:spPr>
          <a:xfrm>
            <a:off x="4383938" y="3675888"/>
            <a:ext cx="1506169" cy="1828800"/>
          </a:xfrm>
          <a:prstGeom prst="rect">
            <a:avLst/>
          </a:prstGeom>
          <a:noFill/>
          <a:ln/>
        </p:spPr>
        <p:txBody>
          <a:bodyPr wrap="square" lIns="0" tIns="0" rIns="0" bIns="0" rtlCol="0" anchor="t"/>
          <a:lstStyle/>
          <a:p>
            <a:pPr algn="ctr" indent="0" marL="0">
              <a:buNone/>
            </a:pPr>
            <a:r>
              <a:rPr lang="en-US" sz="1300" dirty="0">
                <a:solidFill>
                  <a:srgbClr val="6B6778"/>
                </a:solidFill>
                <a:latin typeface="Malgun Gothic" pitchFamily="34" charset="0"/>
                <a:ea typeface="Malgun Gothic" pitchFamily="34" charset="-122"/>
                <a:cs typeface="Malgun Gothic" pitchFamily="34" charset="-120"/>
              </a:rPr>
              <a:t>陽</a:t>
            </a:r>
            <a:endParaRPr lang="en-US" sz="1300" dirty="0"/>
          </a:p>
          <a:p>
            <a:pPr algn="ctr" indent="0" marL="0">
              <a:buNone/>
            </a:pPr>
            <a:r>
              <a:rPr lang="en-US" sz="1300" dirty="0">
                <a:solidFill>
                  <a:srgbClr val="6B6778"/>
                </a:solidFill>
                <a:latin typeface="Malgun Gothic" pitchFamily="34" charset="0"/>
                <a:ea typeface="Malgun Gothic" pitchFamily="34" charset="-122"/>
                <a:cs typeface="Malgun Gothic" pitchFamily="34" charset="-120"/>
              </a:rPr>
              <a:t>창조의 빛</a:t>
            </a:r>
            <a:endParaRPr lang="en-US" sz="1300" dirty="0"/>
          </a:p>
        </p:txBody>
      </p:sp>
      <p:sp>
        <p:nvSpPr>
          <p:cNvPr id="19" name="Shape 17"/>
          <p:cNvSpPr/>
          <p:nvPr/>
        </p:nvSpPr>
        <p:spPr>
          <a:xfrm>
            <a:off x="6460312" y="1828800"/>
            <a:ext cx="1188720" cy="1188720"/>
          </a:xfrm>
          <a:prstGeom prst="ellipse">
            <a:avLst/>
          </a:prstGeom>
          <a:solidFill>
            <a:srgbClr val="3F7D4E"/>
          </a:solidFill>
          <a:ln w="12700">
            <a:solidFill>
              <a:srgbClr val="3F7D4E"/>
            </a:solidFill>
            <a:prstDash val="solid"/>
          </a:ln>
        </p:spPr>
      </p:sp>
      <p:sp>
        <p:nvSpPr>
          <p:cNvPr id="20" name="Text 18"/>
          <p:cNvSpPr txBox="1"/>
          <p:nvPr/>
        </p:nvSpPr>
        <p:spPr>
          <a:xfrm>
            <a:off x="6460312" y="1828800"/>
            <a:ext cx="1188720" cy="1188720"/>
          </a:xfrm>
          <a:prstGeom prst="rect">
            <a:avLst/>
          </a:prstGeom>
          <a:noFill/>
          <a:ln/>
        </p:spPr>
        <p:txBody>
          <a:bodyPr wrap="square" lIns="0" tIns="0" rIns="0" bIns="0" rtlCol="0" anchor="ctr"/>
          <a:lstStyle/>
          <a:p>
            <a:pPr algn="ctr" indent="0" marL="0">
              <a:buNone/>
            </a:pPr>
            <a:r>
              <a:rPr lang="en-US" sz="4000" b="1" dirty="0">
                <a:solidFill>
                  <a:srgbClr val="FFFFFF"/>
                </a:solidFill>
                <a:latin typeface="Malgun Gothic" pitchFamily="34" charset="0"/>
                <a:ea typeface="Malgun Gothic" pitchFamily="34" charset="-122"/>
                <a:cs typeface="Malgun Gothic" pitchFamily="34" charset="-120"/>
              </a:rPr>
              <a:t>木</a:t>
            </a:r>
            <a:endParaRPr lang="en-US" sz="4000" dirty="0"/>
          </a:p>
        </p:txBody>
      </p:sp>
      <p:sp>
        <p:nvSpPr>
          <p:cNvPr id="21" name="Shape 19"/>
          <p:cNvSpPr/>
          <p:nvPr/>
        </p:nvSpPr>
        <p:spPr>
          <a:xfrm rot="5400000">
            <a:off x="7903769" y="2295144"/>
            <a:ext cx="256032" cy="256032"/>
          </a:xfrm>
          <a:prstGeom prst="triangle">
            <a:avLst/>
          </a:prstGeom>
          <a:solidFill>
            <a:srgbClr val="D9D5E0"/>
          </a:solidFill>
          <a:ln w="12700">
            <a:solidFill>
              <a:srgbClr val="D9D5E0"/>
            </a:solidFill>
            <a:prstDash val="solid"/>
          </a:ln>
        </p:spPr>
      </p:sp>
      <p:sp>
        <p:nvSpPr>
          <p:cNvPr id="22" name="Text 20"/>
          <p:cNvSpPr txBox="1"/>
          <p:nvPr/>
        </p:nvSpPr>
        <p:spPr>
          <a:xfrm>
            <a:off x="6301588" y="3200400"/>
            <a:ext cx="1506169" cy="457200"/>
          </a:xfrm>
          <a:prstGeom prst="rect">
            <a:avLst/>
          </a:prstGeom>
          <a:noFill/>
          <a:ln/>
        </p:spPr>
        <p:txBody>
          <a:bodyPr wrap="square" lIns="0" tIns="0" rIns="0" bIns="0" rtlCol="0" anchor="ctr"/>
          <a:lstStyle/>
          <a:p>
            <a:pPr algn="ctr" indent="0" marL="0">
              <a:buNone/>
            </a:pPr>
            <a:r>
              <a:rPr lang="en-US" sz="1600" b="1" dirty="0">
                <a:solidFill>
                  <a:srgbClr val="22212A"/>
                </a:solidFill>
                <a:latin typeface="Malgun Gothic" pitchFamily="34" charset="0"/>
                <a:ea typeface="Malgun Gothic" pitchFamily="34" charset="-122"/>
                <a:cs typeface="Malgun Gothic" pitchFamily="34" charset="-120"/>
              </a:rPr>
              <a:t>三 · 삼기</a:t>
            </a:r>
            <a:endParaRPr lang="en-US" sz="1600" dirty="0"/>
          </a:p>
        </p:txBody>
      </p:sp>
      <p:sp>
        <p:nvSpPr>
          <p:cNvPr id="23" name="Text 21"/>
          <p:cNvSpPr txBox="1"/>
          <p:nvPr/>
        </p:nvSpPr>
        <p:spPr>
          <a:xfrm>
            <a:off x="6301588" y="3675888"/>
            <a:ext cx="1506169" cy="1828800"/>
          </a:xfrm>
          <a:prstGeom prst="rect">
            <a:avLst/>
          </a:prstGeom>
          <a:noFill/>
          <a:ln/>
        </p:spPr>
        <p:txBody>
          <a:bodyPr wrap="square" lIns="0" tIns="0" rIns="0" bIns="0" rtlCol="0" anchor="t"/>
          <a:lstStyle/>
          <a:p>
            <a:pPr algn="ctr" indent="0" marL="0">
              <a:buNone/>
            </a:pPr>
            <a:r>
              <a:rPr lang="en-US" sz="1300" dirty="0">
                <a:solidFill>
                  <a:srgbClr val="6B6778"/>
                </a:solidFill>
                <a:latin typeface="Malgun Gothic" pitchFamily="34" charset="0"/>
                <a:ea typeface="Malgun Gothic" pitchFamily="34" charset="-122"/>
                <a:cs typeface="Malgun Gothic" pitchFamily="34" charset="-120"/>
              </a:rPr>
              <a:t>음양의 결합</a:t>
            </a:r>
            <a:endParaRPr lang="en-US" sz="1300" dirty="0"/>
          </a:p>
          <a:p>
            <a:pPr algn="ctr" indent="0" marL="0">
              <a:buNone/>
            </a:pPr>
            <a:r>
              <a:rPr lang="en-US" sz="1300" dirty="0">
                <a:solidFill>
                  <a:srgbClr val="6B6778"/>
                </a:solidFill>
                <a:latin typeface="Malgun Gothic" pitchFamily="34" charset="0"/>
                <a:ea typeface="Malgun Gothic" pitchFamily="34" charset="-122"/>
                <a:cs typeface="Malgun Gothic" pitchFamily="34" charset="-120"/>
              </a:rPr>
              <a:t>만물의 씨눈</a:t>
            </a:r>
            <a:endParaRPr lang="en-US" sz="1300" dirty="0"/>
          </a:p>
        </p:txBody>
      </p:sp>
      <p:sp>
        <p:nvSpPr>
          <p:cNvPr id="24" name="Shape 22"/>
          <p:cNvSpPr/>
          <p:nvPr/>
        </p:nvSpPr>
        <p:spPr>
          <a:xfrm>
            <a:off x="8377961" y="1828800"/>
            <a:ext cx="1188720" cy="1188720"/>
          </a:xfrm>
          <a:prstGeom prst="ellipse">
            <a:avLst/>
          </a:prstGeom>
          <a:solidFill>
            <a:srgbClr val="6E737B"/>
          </a:solidFill>
          <a:ln w="12700">
            <a:solidFill>
              <a:srgbClr val="6E737B"/>
            </a:solidFill>
            <a:prstDash val="solid"/>
          </a:ln>
        </p:spPr>
      </p:sp>
      <p:sp>
        <p:nvSpPr>
          <p:cNvPr id="25" name="Text 23"/>
          <p:cNvSpPr txBox="1"/>
          <p:nvPr/>
        </p:nvSpPr>
        <p:spPr>
          <a:xfrm>
            <a:off x="8377961" y="1828800"/>
            <a:ext cx="1188720" cy="1188720"/>
          </a:xfrm>
          <a:prstGeom prst="rect">
            <a:avLst/>
          </a:prstGeom>
          <a:noFill/>
          <a:ln/>
        </p:spPr>
        <p:txBody>
          <a:bodyPr wrap="square" lIns="0" tIns="0" rIns="0" bIns="0" rtlCol="0" anchor="ctr"/>
          <a:lstStyle/>
          <a:p>
            <a:pPr algn="ctr" indent="0" marL="0">
              <a:buNone/>
            </a:pPr>
            <a:r>
              <a:rPr lang="en-US" sz="4000" b="1" dirty="0">
                <a:solidFill>
                  <a:srgbClr val="FFFFFF"/>
                </a:solidFill>
                <a:latin typeface="Malgun Gothic" pitchFamily="34" charset="0"/>
                <a:ea typeface="Malgun Gothic" pitchFamily="34" charset="-122"/>
                <a:cs typeface="Malgun Gothic" pitchFamily="34" charset="-120"/>
              </a:rPr>
              <a:t>金</a:t>
            </a:r>
            <a:endParaRPr lang="en-US" sz="4000" dirty="0"/>
          </a:p>
        </p:txBody>
      </p:sp>
      <p:sp>
        <p:nvSpPr>
          <p:cNvPr id="26" name="Shape 24"/>
          <p:cNvSpPr/>
          <p:nvPr/>
        </p:nvSpPr>
        <p:spPr>
          <a:xfrm rot="5400000">
            <a:off x="9821418" y="2295144"/>
            <a:ext cx="256032" cy="256032"/>
          </a:xfrm>
          <a:prstGeom prst="triangle">
            <a:avLst/>
          </a:prstGeom>
          <a:solidFill>
            <a:srgbClr val="D9D5E0"/>
          </a:solidFill>
          <a:ln w="12700">
            <a:solidFill>
              <a:srgbClr val="D9D5E0"/>
            </a:solidFill>
            <a:prstDash val="solid"/>
          </a:ln>
        </p:spPr>
      </p:sp>
      <p:sp>
        <p:nvSpPr>
          <p:cNvPr id="27" name="Text 25"/>
          <p:cNvSpPr txBox="1"/>
          <p:nvPr/>
        </p:nvSpPr>
        <p:spPr>
          <a:xfrm>
            <a:off x="8219237" y="3200400"/>
            <a:ext cx="1506169" cy="457200"/>
          </a:xfrm>
          <a:prstGeom prst="rect">
            <a:avLst/>
          </a:prstGeom>
          <a:noFill/>
          <a:ln/>
        </p:spPr>
        <p:txBody>
          <a:bodyPr wrap="square" lIns="0" tIns="0" rIns="0" bIns="0" rtlCol="0" anchor="ctr"/>
          <a:lstStyle/>
          <a:p>
            <a:pPr algn="ctr" indent="0" marL="0">
              <a:buNone/>
            </a:pPr>
            <a:r>
              <a:rPr lang="en-US" sz="1600" b="1" dirty="0">
                <a:solidFill>
                  <a:srgbClr val="22212A"/>
                </a:solidFill>
                <a:latin typeface="Malgun Gothic" pitchFamily="34" charset="0"/>
                <a:ea typeface="Malgun Gothic" pitchFamily="34" charset="-122"/>
                <a:cs typeface="Malgun Gothic" pitchFamily="34" charset="-120"/>
              </a:rPr>
              <a:t>골격</a:t>
            </a:r>
            <a:endParaRPr lang="en-US" sz="1600" dirty="0"/>
          </a:p>
        </p:txBody>
      </p:sp>
      <p:sp>
        <p:nvSpPr>
          <p:cNvPr id="28" name="Text 26"/>
          <p:cNvSpPr txBox="1"/>
          <p:nvPr/>
        </p:nvSpPr>
        <p:spPr>
          <a:xfrm>
            <a:off x="8219237" y="3675888"/>
            <a:ext cx="1506169" cy="1828800"/>
          </a:xfrm>
          <a:prstGeom prst="rect">
            <a:avLst/>
          </a:prstGeom>
          <a:noFill/>
          <a:ln/>
        </p:spPr>
        <p:txBody>
          <a:bodyPr wrap="square" lIns="0" tIns="0" rIns="0" bIns="0" rtlCol="0" anchor="t"/>
          <a:lstStyle/>
          <a:p>
            <a:pPr algn="ctr" indent="0" marL="0">
              <a:buNone/>
            </a:pPr>
            <a:r>
              <a:rPr lang="en-US" sz="1300" dirty="0">
                <a:solidFill>
                  <a:srgbClr val="6B6778"/>
                </a:solidFill>
                <a:latin typeface="Malgun Gothic" pitchFamily="34" charset="0"/>
                <a:ea typeface="Malgun Gothic" pitchFamily="34" charset="-122"/>
                <a:cs typeface="Malgun Gothic" pitchFamily="34" charset="-120"/>
              </a:rPr>
              <a:t>형상의 뼈대</a:t>
            </a:r>
            <a:endParaRPr lang="en-US" sz="1300" dirty="0"/>
          </a:p>
        </p:txBody>
      </p:sp>
      <p:sp>
        <p:nvSpPr>
          <p:cNvPr id="29" name="Shape 27"/>
          <p:cNvSpPr/>
          <p:nvPr/>
        </p:nvSpPr>
        <p:spPr>
          <a:xfrm>
            <a:off x="10295611" y="1828800"/>
            <a:ext cx="1188720" cy="1188720"/>
          </a:xfrm>
          <a:prstGeom prst="ellipse">
            <a:avLst/>
          </a:prstGeom>
          <a:solidFill>
            <a:srgbClr val="B8892A"/>
          </a:solidFill>
          <a:ln w="12700">
            <a:solidFill>
              <a:srgbClr val="B8892A"/>
            </a:solidFill>
            <a:prstDash val="solid"/>
          </a:ln>
        </p:spPr>
      </p:sp>
      <p:sp>
        <p:nvSpPr>
          <p:cNvPr id="30" name="Text 28"/>
          <p:cNvSpPr txBox="1"/>
          <p:nvPr/>
        </p:nvSpPr>
        <p:spPr>
          <a:xfrm>
            <a:off x="10295611" y="1828800"/>
            <a:ext cx="1188720" cy="1188720"/>
          </a:xfrm>
          <a:prstGeom prst="rect">
            <a:avLst/>
          </a:prstGeom>
          <a:noFill/>
          <a:ln/>
        </p:spPr>
        <p:txBody>
          <a:bodyPr wrap="square" lIns="0" tIns="0" rIns="0" bIns="0" rtlCol="0" anchor="ctr"/>
          <a:lstStyle/>
          <a:p>
            <a:pPr algn="ctr" indent="0" marL="0">
              <a:buNone/>
            </a:pPr>
            <a:r>
              <a:rPr lang="en-US" sz="4000" b="1" dirty="0">
                <a:solidFill>
                  <a:srgbClr val="FFFFFF"/>
                </a:solidFill>
                <a:latin typeface="Malgun Gothic" pitchFamily="34" charset="0"/>
                <a:ea typeface="Malgun Gothic" pitchFamily="34" charset="-122"/>
                <a:cs typeface="Malgun Gothic" pitchFamily="34" charset="-120"/>
              </a:rPr>
              <a:t>土</a:t>
            </a:r>
            <a:endParaRPr lang="en-US" sz="4000" dirty="0"/>
          </a:p>
        </p:txBody>
      </p:sp>
      <p:sp>
        <p:nvSpPr>
          <p:cNvPr id="31" name="Text 29"/>
          <p:cNvSpPr txBox="1"/>
          <p:nvPr/>
        </p:nvSpPr>
        <p:spPr>
          <a:xfrm>
            <a:off x="10136886" y="3200400"/>
            <a:ext cx="1506169" cy="457200"/>
          </a:xfrm>
          <a:prstGeom prst="rect">
            <a:avLst/>
          </a:prstGeom>
          <a:noFill/>
          <a:ln/>
        </p:spPr>
        <p:txBody>
          <a:bodyPr wrap="square" lIns="0" tIns="0" rIns="0" bIns="0" rtlCol="0" anchor="ctr"/>
          <a:lstStyle/>
          <a:p>
            <a:pPr algn="ctr" indent="0" marL="0">
              <a:buNone/>
            </a:pPr>
            <a:r>
              <a:rPr lang="en-US" sz="1600" b="1" dirty="0">
                <a:solidFill>
                  <a:srgbClr val="22212A"/>
                </a:solidFill>
                <a:latin typeface="Malgun Gothic" pitchFamily="34" charset="0"/>
                <a:ea typeface="Malgun Gothic" pitchFamily="34" charset="-122"/>
                <a:cs typeface="Malgun Gothic" pitchFamily="34" charset="-120"/>
              </a:rPr>
              <a:t>형상</a:t>
            </a:r>
            <a:endParaRPr lang="en-US" sz="1600" dirty="0"/>
          </a:p>
        </p:txBody>
      </p:sp>
      <p:sp>
        <p:nvSpPr>
          <p:cNvPr id="32" name="Text 30"/>
          <p:cNvSpPr txBox="1"/>
          <p:nvPr/>
        </p:nvSpPr>
        <p:spPr>
          <a:xfrm>
            <a:off x="10136886" y="3675888"/>
            <a:ext cx="1506169" cy="1828800"/>
          </a:xfrm>
          <a:prstGeom prst="rect">
            <a:avLst/>
          </a:prstGeom>
          <a:noFill/>
          <a:ln/>
        </p:spPr>
        <p:txBody>
          <a:bodyPr wrap="square" lIns="0" tIns="0" rIns="0" bIns="0" rtlCol="0" anchor="t"/>
          <a:lstStyle/>
          <a:p>
            <a:pPr algn="ctr" indent="0" marL="0">
              <a:buNone/>
            </a:pPr>
            <a:r>
              <a:rPr lang="en-US" sz="1300" dirty="0">
                <a:solidFill>
                  <a:srgbClr val="6B6778"/>
                </a:solidFill>
                <a:latin typeface="Malgun Gothic" pitchFamily="34" charset="0"/>
                <a:ea typeface="Malgun Gothic" pitchFamily="34" charset="-122"/>
                <a:cs typeface="Malgun Gothic" pitchFamily="34" charset="-120"/>
              </a:rPr>
              <a:t>살, 온전한 모습</a:t>
            </a:r>
            <a:endParaRPr lang="en-US" sz="1300" dirty="0"/>
          </a:p>
        </p:txBody>
      </p:sp>
      <p:sp>
        <p:nvSpPr>
          <p:cNvPr id="33" name="Text 31"/>
          <p:cNvSpPr txBox="1"/>
          <p:nvPr/>
        </p:nvSpPr>
        <p:spPr>
          <a:xfrm>
            <a:off x="548640" y="5577840"/>
            <a:ext cx="11094415" cy="640080"/>
          </a:xfrm>
          <a:prstGeom prst="rect">
            <a:avLst/>
          </a:prstGeom>
          <a:solidFill>
            <a:srgbClr val="F3F1F6"/>
          </a:solidFill>
          <a:ln/>
        </p:spPr>
        <p:txBody>
          <a:bodyPr wrap="square" lIns="0" tIns="0" rIns="0" bIns="0" rtlCol="0" anchor="ctr"/>
          <a:lstStyle/>
          <a:p>
            <a:pPr algn="ctr" indent="0" marL="0">
              <a:buNone/>
            </a:pPr>
            <a:r>
              <a:rPr lang="en-US" sz="1400" b="1" dirty="0">
                <a:solidFill>
                  <a:srgbClr val="22212A"/>
                </a:solidFill>
                <a:latin typeface="Malgun Gothic" pitchFamily="34" charset="0"/>
                <a:ea typeface="Malgun Gothic" pitchFamily="34" charset="-122"/>
                <a:cs typeface="Malgun Gothic" pitchFamily="34" charset="-120"/>
              </a:rPr>
              <a:t>萬物負陰而抱陽 沖氣以爲和 — 만물은 음을 지고 양을 안으며, 기가 어우러져 조화를 이룬다</a:t>
            </a:r>
            <a:endParaRPr lang="en-US" sz="1400" dirty="0"/>
          </a:p>
        </p:txBody>
      </p:sp>
      <p:sp>
        <p:nvSpPr>
          <p:cNvPr id="34" name="Text 32"/>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rgbClr val="6B6778"/>
                </a:solidFill>
                <a:latin typeface="Malgun Gothic" pitchFamily="34" charset="0"/>
                <a:ea typeface="Malgun Gothic" pitchFamily="34" charset="-122"/>
                <a:cs typeface="Malgun Gothic" pitchFamily="34" charset="-120"/>
              </a:rPr>
              <a:t>의명보감 1 기초편 · 제1장 창조와 음양오행</a:t>
            </a:r>
            <a:endParaRPr lang="en-US" sz="1000" dirty="0"/>
          </a:p>
        </p:txBody>
      </p:sp>
      <p:sp>
        <p:nvSpPr>
          <p:cNvPr id="35" name="Text 33"/>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6B6778"/>
                </a:solidFill>
                <a:latin typeface="Malgun Gothic" pitchFamily="34" charset="0"/>
                <a:ea typeface="Malgun Gothic" pitchFamily="34" charset="-122"/>
                <a:cs typeface="Malgun Gothic"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320040"/>
          </a:xfrm>
          <a:prstGeom prst="rect">
            <a:avLst/>
          </a:prstGeom>
          <a:noFill/>
          <a:ln/>
        </p:spPr>
        <p:txBody>
          <a:bodyPr wrap="square" lIns="0" tIns="0" rIns="0" bIns="0" rtlCol="0" anchor="ctr"/>
          <a:lstStyle/>
          <a:p>
            <a:pPr indent="0" marL="0">
              <a:buNone/>
            </a:pPr>
            <a:r>
              <a:rPr lang="en-US" sz="1300" b="1" dirty="0">
                <a:solidFill>
                  <a:srgbClr val="B23A2E"/>
                </a:solidFill>
                <a:latin typeface="Malgun Gothic" pitchFamily="34" charset="0"/>
                <a:ea typeface="Malgun Gothic" pitchFamily="34" charset="-122"/>
                <a:cs typeface="Malgun Gothic" pitchFamily="34" charset="-120"/>
              </a:rPr>
              <a:t>02 창조와 도(道)</a:t>
            </a:r>
            <a:endParaRPr lang="en-US" sz="1300" dirty="0"/>
          </a:p>
        </p:txBody>
      </p:sp>
      <p:sp>
        <p:nvSpPr>
          <p:cNvPr id="3" name="Text 1"/>
          <p:cNvSpPr txBox="1"/>
          <p:nvPr/>
        </p:nvSpPr>
        <p:spPr>
          <a:xfrm>
            <a:off x="548640" y="658368"/>
            <a:ext cx="11094415" cy="685800"/>
          </a:xfrm>
          <a:prstGeom prst="rect">
            <a:avLst/>
          </a:prstGeom>
          <a:noFill/>
          <a:ln/>
        </p:spPr>
        <p:txBody>
          <a:bodyPr wrap="square" lIns="0" tIns="0" rIns="0" bIns="0" rtlCol="0" anchor="ctr"/>
          <a:lstStyle/>
          <a:p>
            <a:pPr indent="0" marL="0">
              <a:buNone/>
            </a:pPr>
            <a:r>
              <a:rPr lang="en-US" sz="3000" b="1" dirty="0">
                <a:solidFill>
                  <a:srgbClr val="22212A"/>
                </a:solidFill>
                <a:latin typeface="Malgun Gothic" pitchFamily="34" charset="0"/>
                <a:ea typeface="Malgun Gothic" pitchFamily="34" charset="-122"/>
                <a:cs typeface="Malgun Gothic" pitchFamily="34" charset="-120"/>
              </a:rPr>
              <a:t>삼위일체와 삼태극</a:t>
            </a:r>
            <a:endParaRPr lang="en-US" sz="3000" dirty="0"/>
          </a:p>
        </p:txBody>
      </p:sp>
      <p:sp>
        <p:nvSpPr>
          <p:cNvPr id="4" name="Shape 2"/>
          <p:cNvSpPr/>
          <p:nvPr/>
        </p:nvSpPr>
        <p:spPr>
          <a:xfrm>
            <a:off x="548640" y="1600200"/>
            <a:ext cx="3515258" cy="4572000"/>
          </a:xfrm>
          <a:prstGeom prst="roundRect">
            <a:avLst>
              <a:gd name="adj" fmla="val 3121"/>
            </a:avLst>
          </a:prstGeom>
          <a:solidFill>
            <a:srgbClr val="F3F1F6"/>
          </a:solidFill>
          <a:ln w="12700">
            <a:solidFill>
              <a:srgbClr val="F3F1F6"/>
            </a:solidFill>
            <a:prstDash val="solid"/>
          </a:ln>
        </p:spPr>
      </p:sp>
      <p:sp>
        <p:nvSpPr>
          <p:cNvPr id="5" name="Shape 3"/>
          <p:cNvSpPr/>
          <p:nvPr/>
        </p:nvSpPr>
        <p:spPr>
          <a:xfrm>
            <a:off x="777240" y="1828800"/>
            <a:ext cx="822960" cy="822960"/>
          </a:xfrm>
          <a:prstGeom prst="ellipse">
            <a:avLst/>
          </a:prstGeom>
          <a:solidFill>
            <a:srgbClr val="22406E"/>
          </a:solidFill>
          <a:ln w="12700">
            <a:solidFill>
              <a:srgbClr val="22406E"/>
            </a:solidFill>
            <a:prstDash val="solid"/>
          </a:ln>
        </p:spPr>
      </p:sp>
      <p:sp>
        <p:nvSpPr>
          <p:cNvPr id="6" name="Text 4"/>
          <p:cNvSpPr txBox="1"/>
          <p:nvPr/>
        </p:nvSpPr>
        <p:spPr>
          <a:xfrm>
            <a:off x="777240" y="1828800"/>
            <a:ext cx="822960" cy="822960"/>
          </a:xfrm>
          <a:prstGeom prst="rect">
            <a:avLst/>
          </a:prstGeom>
          <a:noFill/>
          <a:ln/>
        </p:spPr>
        <p:txBody>
          <a:bodyPr wrap="square" lIns="0" tIns="0" rIns="0" bIns="0" rtlCol="0" anchor="ctr"/>
          <a:lstStyle/>
          <a:p>
            <a:pPr algn="ctr" indent="0" marL="0">
              <a:buNone/>
            </a:pPr>
            <a:r>
              <a:rPr lang="en-US" sz="3000" b="1" dirty="0">
                <a:solidFill>
                  <a:srgbClr val="FFFFFF"/>
                </a:solidFill>
                <a:latin typeface="Malgun Gothic" pitchFamily="34" charset="0"/>
                <a:ea typeface="Malgun Gothic" pitchFamily="34" charset="-122"/>
                <a:cs typeface="Malgun Gothic" pitchFamily="34" charset="-120"/>
              </a:rPr>
              <a:t>水</a:t>
            </a:r>
            <a:endParaRPr lang="en-US" sz="3000" dirty="0"/>
          </a:p>
        </p:txBody>
      </p:sp>
      <p:sp>
        <p:nvSpPr>
          <p:cNvPr id="7" name="Text 5"/>
          <p:cNvSpPr txBox="1"/>
          <p:nvPr/>
        </p:nvSpPr>
        <p:spPr>
          <a:xfrm>
            <a:off x="1783080" y="1828800"/>
            <a:ext cx="2097938" cy="822960"/>
          </a:xfrm>
          <a:prstGeom prst="rect">
            <a:avLst/>
          </a:prstGeom>
          <a:noFill/>
          <a:ln/>
        </p:spPr>
        <p:txBody>
          <a:bodyPr wrap="square" lIns="0" tIns="0" rIns="0" bIns="0" rtlCol="0" anchor="ctr"/>
          <a:lstStyle/>
          <a:p>
            <a:pPr indent="0" marL="0">
              <a:buNone/>
            </a:pPr>
            <a:r>
              <a:rPr lang="en-US" sz="1700" b="1" dirty="0">
                <a:solidFill>
                  <a:srgbClr val="22212A"/>
                </a:solidFill>
                <a:latin typeface="Malgun Gothic" pitchFamily="34" charset="0"/>
                <a:ea typeface="Malgun Gothic" pitchFamily="34" charset="-122"/>
                <a:cs typeface="Malgun Gothic" pitchFamily="34" charset="-120"/>
              </a:rPr>
              <a:t>陰水 (파랑)</a:t>
            </a:r>
            <a:endParaRPr lang="en-US" sz="1700" dirty="0"/>
          </a:p>
        </p:txBody>
      </p:sp>
      <p:sp>
        <p:nvSpPr>
          <p:cNvPr id="8" name="Text 6"/>
          <p:cNvSpPr txBox="1"/>
          <p:nvPr/>
        </p:nvSpPr>
        <p:spPr>
          <a:xfrm>
            <a:off x="777240" y="2834640"/>
            <a:ext cx="3058058" cy="3154680"/>
          </a:xfrm>
          <a:prstGeom prst="rect">
            <a:avLst/>
          </a:prstGeom>
          <a:noFill/>
          <a:ln/>
        </p:spPr>
        <p:txBody>
          <a:bodyPr wrap="square" lIns="0" tIns="0" rIns="0" bIns="0" rtlCol="0" anchor="t"/>
          <a:lstStyle/>
          <a:p>
            <a:pPr indent="0" marL="0">
              <a:lnSpc>
                <a:spcPct val="110000"/>
              </a:lnSpc>
              <a:buNone/>
            </a:pPr>
            <a:r>
              <a:rPr lang="en-US" sz="1600" dirty="0">
                <a:solidFill>
                  <a:srgbClr val="22212A"/>
                </a:solidFill>
                <a:latin typeface="Malgun Gothic" pitchFamily="34" charset="0"/>
                <a:ea typeface="Malgun Gothic" pitchFamily="34" charset="-122"/>
                <a:cs typeface="Malgun Gothic" pitchFamily="34" charset="-120"/>
              </a:rPr>
              <a:t>一. 체(體), 근본.</a:t>
            </a:r>
            <a:endParaRPr lang="en-US" sz="1600" dirty="0"/>
          </a:p>
          <a:p>
            <a:pPr indent="0" marL="0">
              <a:lnSpc>
                <a:spcPct val="110000"/>
              </a:lnSpc>
              <a:buNone/>
            </a:pPr>
            <a:r>
              <a:rPr lang="en-US" sz="1600" dirty="0">
                <a:solidFill>
                  <a:srgbClr val="22212A"/>
                </a:solidFill>
                <a:latin typeface="Malgun Gothic" pitchFamily="34" charset="0"/>
                <a:ea typeface="Malgun Gothic" pitchFamily="34" charset="-122"/>
                <a:cs typeface="Malgun Gothic" pitchFamily="34" charset="-120"/>
              </a:rPr>
              <a:t>木은 계란 노른자처럼 水 속에 배어 있으므로 一이 곧 三이다.</a:t>
            </a:r>
            <a:endParaRPr lang="en-US" sz="1600" dirty="0"/>
          </a:p>
        </p:txBody>
      </p:sp>
      <p:sp>
        <p:nvSpPr>
          <p:cNvPr id="9" name="Shape 7"/>
          <p:cNvSpPr/>
          <p:nvPr/>
        </p:nvSpPr>
        <p:spPr>
          <a:xfrm>
            <a:off x="4338218" y="1600200"/>
            <a:ext cx="3515258" cy="4572000"/>
          </a:xfrm>
          <a:prstGeom prst="roundRect">
            <a:avLst>
              <a:gd name="adj" fmla="val 3121"/>
            </a:avLst>
          </a:prstGeom>
          <a:solidFill>
            <a:srgbClr val="F3F1F6"/>
          </a:solidFill>
          <a:ln w="12700">
            <a:solidFill>
              <a:srgbClr val="F3F1F6"/>
            </a:solidFill>
            <a:prstDash val="solid"/>
          </a:ln>
        </p:spPr>
      </p:sp>
      <p:sp>
        <p:nvSpPr>
          <p:cNvPr id="10" name="Shape 8"/>
          <p:cNvSpPr/>
          <p:nvPr/>
        </p:nvSpPr>
        <p:spPr>
          <a:xfrm>
            <a:off x="4566818" y="1828800"/>
            <a:ext cx="822960" cy="822960"/>
          </a:xfrm>
          <a:prstGeom prst="ellipse">
            <a:avLst/>
          </a:prstGeom>
          <a:solidFill>
            <a:srgbClr val="C0392B"/>
          </a:solidFill>
          <a:ln w="12700">
            <a:solidFill>
              <a:srgbClr val="C0392B"/>
            </a:solidFill>
            <a:prstDash val="solid"/>
          </a:ln>
        </p:spPr>
      </p:sp>
      <p:sp>
        <p:nvSpPr>
          <p:cNvPr id="11" name="Text 9"/>
          <p:cNvSpPr txBox="1"/>
          <p:nvPr/>
        </p:nvSpPr>
        <p:spPr>
          <a:xfrm>
            <a:off x="4566818" y="1828800"/>
            <a:ext cx="822960" cy="822960"/>
          </a:xfrm>
          <a:prstGeom prst="rect">
            <a:avLst/>
          </a:prstGeom>
          <a:noFill/>
          <a:ln/>
        </p:spPr>
        <p:txBody>
          <a:bodyPr wrap="square" lIns="0" tIns="0" rIns="0" bIns="0" rtlCol="0" anchor="ctr"/>
          <a:lstStyle/>
          <a:p>
            <a:pPr algn="ctr" indent="0" marL="0">
              <a:buNone/>
            </a:pPr>
            <a:r>
              <a:rPr lang="en-US" sz="3000" b="1" dirty="0">
                <a:solidFill>
                  <a:srgbClr val="FFFFFF"/>
                </a:solidFill>
                <a:latin typeface="Malgun Gothic" pitchFamily="34" charset="0"/>
                <a:ea typeface="Malgun Gothic" pitchFamily="34" charset="-122"/>
                <a:cs typeface="Malgun Gothic" pitchFamily="34" charset="-120"/>
              </a:rPr>
              <a:t>火</a:t>
            </a:r>
            <a:endParaRPr lang="en-US" sz="3000" dirty="0"/>
          </a:p>
        </p:txBody>
      </p:sp>
      <p:sp>
        <p:nvSpPr>
          <p:cNvPr id="12" name="Text 10"/>
          <p:cNvSpPr txBox="1"/>
          <p:nvPr/>
        </p:nvSpPr>
        <p:spPr>
          <a:xfrm>
            <a:off x="5572658" y="1828800"/>
            <a:ext cx="2097938" cy="822960"/>
          </a:xfrm>
          <a:prstGeom prst="rect">
            <a:avLst/>
          </a:prstGeom>
          <a:noFill/>
          <a:ln/>
        </p:spPr>
        <p:txBody>
          <a:bodyPr wrap="square" lIns="0" tIns="0" rIns="0" bIns="0" rtlCol="0" anchor="ctr"/>
          <a:lstStyle/>
          <a:p>
            <a:pPr indent="0" marL="0">
              <a:buNone/>
            </a:pPr>
            <a:r>
              <a:rPr lang="en-US" sz="1700" b="1" dirty="0">
                <a:solidFill>
                  <a:srgbClr val="22212A"/>
                </a:solidFill>
                <a:latin typeface="Malgun Gothic" pitchFamily="34" charset="0"/>
                <a:ea typeface="Malgun Gothic" pitchFamily="34" charset="-122"/>
                <a:cs typeface="Malgun Gothic" pitchFamily="34" charset="-120"/>
              </a:rPr>
              <a:t>陽火 (빨강)</a:t>
            </a:r>
            <a:endParaRPr lang="en-US" sz="1700" dirty="0"/>
          </a:p>
        </p:txBody>
      </p:sp>
      <p:sp>
        <p:nvSpPr>
          <p:cNvPr id="13" name="Text 11"/>
          <p:cNvSpPr txBox="1"/>
          <p:nvPr/>
        </p:nvSpPr>
        <p:spPr>
          <a:xfrm>
            <a:off x="4566818" y="2834640"/>
            <a:ext cx="3058058" cy="3154680"/>
          </a:xfrm>
          <a:prstGeom prst="rect">
            <a:avLst/>
          </a:prstGeom>
          <a:noFill/>
          <a:ln/>
        </p:spPr>
        <p:txBody>
          <a:bodyPr wrap="square" lIns="0" tIns="0" rIns="0" bIns="0" rtlCol="0" anchor="t"/>
          <a:lstStyle/>
          <a:p>
            <a:pPr indent="0" marL="0">
              <a:lnSpc>
                <a:spcPct val="110000"/>
              </a:lnSpc>
              <a:buNone/>
            </a:pPr>
            <a:r>
              <a:rPr lang="en-US" sz="1600" dirty="0">
                <a:solidFill>
                  <a:srgbClr val="22212A"/>
                </a:solidFill>
                <a:latin typeface="Malgun Gothic" pitchFamily="34" charset="0"/>
                <a:ea typeface="Malgun Gothic" pitchFamily="34" charset="-122"/>
                <a:cs typeface="Malgun Gothic" pitchFamily="34" charset="-120"/>
              </a:rPr>
              <a:t>二. 창조의 빛.</a:t>
            </a:r>
            <a:endParaRPr lang="en-US" sz="1600" dirty="0"/>
          </a:p>
          <a:p>
            <a:pPr indent="0" marL="0">
              <a:lnSpc>
                <a:spcPct val="110000"/>
              </a:lnSpc>
              <a:buNone/>
            </a:pPr>
            <a:r>
              <a:rPr lang="en-US" sz="1600" dirty="0">
                <a:solidFill>
                  <a:srgbClr val="22212A"/>
                </a:solidFill>
                <a:latin typeface="Malgun Gothic" pitchFamily="34" charset="0"/>
                <a:ea typeface="Malgun Gothic" pitchFamily="34" charset="-122"/>
                <a:cs typeface="Malgun Gothic" pitchFamily="34" charset="-120"/>
              </a:rPr>
              <a:t>水와 결합하는 순간 혼돈(混沌)이 일어난다.</a:t>
            </a:r>
            <a:endParaRPr lang="en-US" sz="1600" dirty="0"/>
          </a:p>
        </p:txBody>
      </p:sp>
      <p:sp>
        <p:nvSpPr>
          <p:cNvPr id="14" name="Shape 12"/>
          <p:cNvSpPr/>
          <p:nvPr/>
        </p:nvSpPr>
        <p:spPr>
          <a:xfrm>
            <a:off x="8127797" y="1600200"/>
            <a:ext cx="3515258" cy="4572000"/>
          </a:xfrm>
          <a:prstGeom prst="roundRect">
            <a:avLst>
              <a:gd name="adj" fmla="val 3121"/>
            </a:avLst>
          </a:prstGeom>
          <a:solidFill>
            <a:srgbClr val="F3F1F6"/>
          </a:solidFill>
          <a:ln w="12700">
            <a:solidFill>
              <a:srgbClr val="F3F1F6"/>
            </a:solidFill>
            <a:prstDash val="solid"/>
          </a:ln>
        </p:spPr>
      </p:sp>
      <p:sp>
        <p:nvSpPr>
          <p:cNvPr id="15" name="Shape 13"/>
          <p:cNvSpPr/>
          <p:nvPr/>
        </p:nvSpPr>
        <p:spPr>
          <a:xfrm>
            <a:off x="8356397" y="1828800"/>
            <a:ext cx="822960" cy="822960"/>
          </a:xfrm>
          <a:prstGeom prst="ellipse">
            <a:avLst/>
          </a:prstGeom>
          <a:solidFill>
            <a:srgbClr val="3F7D4E"/>
          </a:solidFill>
          <a:ln w="12700">
            <a:solidFill>
              <a:srgbClr val="3F7D4E"/>
            </a:solidFill>
            <a:prstDash val="solid"/>
          </a:ln>
        </p:spPr>
      </p:sp>
      <p:sp>
        <p:nvSpPr>
          <p:cNvPr id="16" name="Text 14"/>
          <p:cNvSpPr txBox="1"/>
          <p:nvPr/>
        </p:nvSpPr>
        <p:spPr>
          <a:xfrm>
            <a:off x="8356397" y="1828800"/>
            <a:ext cx="822960" cy="822960"/>
          </a:xfrm>
          <a:prstGeom prst="rect">
            <a:avLst/>
          </a:prstGeom>
          <a:noFill/>
          <a:ln/>
        </p:spPr>
        <p:txBody>
          <a:bodyPr wrap="square" lIns="0" tIns="0" rIns="0" bIns="0" rtlCol="0" anchor="ctr"/>
          <a:lstStyle/>
          <a:p>
            <a:pPr algn="ctr" indent="0" marL="0">
              <a:buNone/>
            </a:pPr>
            <a:r>
              <a:rPr lang="en-US" sz="3000" b="1" dirty="0">
                <a:solidFill>
                  <a:srgbClr val="FFFFFF"/>
                </a:solidFill>
                <a:latin typeface="Malgun Gothic" pitchFamily="34" charset="0"/>
                <a:ea typeface="Malgun Gothic" pitchFamily="34" charset="-122"/>
                <a:cs typeface="Malgun Gothic" pitchFamily="34" charset="-120"/>
              </a:rPr>
              <a:t>木</a:t>
            </a:r>
            <a:endParaRPr lang="en-US" sz="3000" dirty="0"/>
          </a:p>
        </p:txBody>
      </p:sp>
      <p:sp>
        <p:nvSpPr>
          <p:cNvPr id="17" name="Text 15"/>
          <p:cNvSpPr txBox="1"/>
          <p:nvPr/>
        </p:nvSpPr>
        <p:spPr>
          <a:xfrm>
            <a:off x="9362237" y="1828800"/>
            <a:ext cx="2097938" cy="822960"/>
          </a:xfrm>
          <a:prstGeom prst="rect">
            <a:avLst/>
          </a:prstGeom>
          <a:noFill/>
          <a:ln/>
        </p:spPr>
        <p:txBody>
          <a:bodyPr wrap="square" lIns="0" tIns="0" rIns="0" bIns="0" rtlCol="0" anchor="ctr"/>
          <a:lstStyle/>
          <a:p>
            <a:pPr indent="0" marL="0">
              <a:buNone/>
            </a:pPr>
            <a:r>
              <a:rPr lang="en-US" sz="1700" b="1" dirty="0">
                <a:solidFill>
                  <a:srgbClr val="22212A"/>
                </a:solidFill>
                <a:latin typeface="Malgun Gothic" pitchFamily="34" charset="0"/>
                <a:ea typeface="Malgun Gothic" pitchFamily="34" charset="-122"/>
                <a:cs typeface="Malgun Gothic" pitchFamily="34" charset="-120"/>
              </a:rPr>
              <a:t>木 (초록)</a:t>
            </a:r>
            <a:endParaRPr lang="en-US" sz="1700" dirty="0"/>
          </a:p>
        </p:txBody>
      </p:sp>
      <p:sp>
        <p:nvSpPr>
          <p:cNvPr id="18" name="Text 16"/>
          <p:cNvSpPr txBox="1"/>
          <p:nvPr/>
        </p:nvSpPr>
        <p:spPr>
          <a:xfrm>
            <a:off x="8356397" y="2834640"/>
            <a:ext cx="3058058" cy="3154680"/>
          </a:xfrm>
          <a:prstGeom prst="rect">
            <a:avLst/>
          </a:prstGeom>
          <a:noFill/>
          <a:ln/>
        </p:spPr>
        <p:txBody>
          <a:bodyPr wrap="square" lIns="0" tIns="0" rIns="0" bIns="0" rtlCol="0" anchor="t"/>
          <a:lstStyle/>
          <a:p>
            <a:pPr indent="0" marL="0">
              <a:lnSpc>
                <a:spcPct val="110000"/>
              </a:lnSpc>
              <a:buNone/>
            </a:pPr>
            <a:r>
              <a:rPr lang="en-US" sz="1600" dirty="0">
                <a:solidFill>
                  <a:srgbClr val="22212A"/>
                </a:solidFill>
                <a:latin typeface="Malgun Gothic" pitchFamily="34" charset="0"/>
                <a:ea typeface="Malgun Gothic" pitchFamily="34" charset="-122"/>
                <a:cs typeface="Malgun Gothic" pitchFamily="34" charset="-120"/>
              </a:rPr>
              <a:t>三. 용(用), 작용.</a:t>
            </a:r>
            <a:endParaRPr lang="en-US" sz="1600" dirty="0"/>
          </a:p>
          <a:p>
            <a:pPr indent="0" marL="0">
              <a:lnSpc>
                <a:spcPct val="110000"/>
              </a:lnSpc>
              <a:buNone/>
            </a:pPr>
            <a:r>
              <a:rPr lang="en-US" sz="1600" dirty="0">
                <a:solidFill>
                  <a:srgbClr val="22212A"/>
                </a:solidFill>
                <a:latin typeface="Malgun Gothic" pitchFamily="34" charset="0"/>
                <a:ea typeface="Malgun Gothic" pitchFamily="34" charset="-122"/>
                <a:cs typeface="Malgun Gothic" pitchFamily="34" charset="-120"/>
              </a:rPr>
              <a:t>만물의 씨눈. 세 색의 소용돌이가 삼태극이다.</a:t>
            </a:r>
            <a:endParaRPr lang="en-US" sz="1600" dirty="0"/>
          </a:p>
        </p:txBody>
      </p:sp>
      <p:sp>
        <p:nvSpPr>
          <p:cNvPr id="19" name="Text 17"/>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rgbClr val="6B6778"/>
                </a:solidFill>
                <a:latin typeface="Malgun Gothic" pitchFamily="34" charset="0"/>
                <a:ea typeface="Malgun Gothic" pitchFamily="34" charset="-122"/>
                <a:cs typeface="Malgun Gothic" pitchFamily="34" charset="-120"/>
              </a:rPr>
              <a:t>의명보감 1 기초편 · 제1장 창조와 음양오행</a:t>
            </a:r>
            <a:endParaRPr lang="en-US" sz="1000" dirty="0"/>
          </a:p>
        </p:txBody>
      </p:sp>
      <p:sp>
        <p:nvSpPr>
          <p:cNvPr id="20" name="Text 18"/>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6B6778"/>
                </a:solidFill>
                <a:latin typeface="Malgun Gothic" pitchFamily="34" charset="0"/>
                <a:ea typeface="Malgun Gothic" pitchFamily="34" charset="-122"/>
                <a:cs typeface="Malgun Gothic"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320040"/>
          </a:xfrm>
          <a:prstGeom prst="rect">
            <a:avLst/>
          </a:prstGeom>
          <a:noFill/>
          <a:ln/>
        </p:spPr>
        <p:txBody>
          <a:bodyPr wrap="square" lIns="0" tIns="0" rIns="0" bIns="0" rtlCol="0" anchor="ctr"/>
          <a:lstStyle/>
          <a:p>
            <a:pPr indent="0" marL="0">
              <a:buNone/>
            </a:pPr>
            <a:r>
              <a:rPr lang="en-US" sz="1300" b="1" dirty="0">
                <a:solidFill>
                  <a:srgbClr val="B23A2E"/>
                </a:solidFill>
                <a:latin typeface="Malgun Gothic" pitchFamily="34" charset="0"/>
                <a:ea typeface="Malgun Gothic" pitchFamily="34" charset="-122"/>
                <a:cs typeface="Malgun Gothic" pitchFamily="34" charset="-120"/>
              </a:rPr>
              <a:t>03 창조와 수(數)</a:t>
            </a:r>
            <a:endParaRPr lang="en-US" sz="1300" dirty="0"/>
          </a:p>
        </p:txBody>
      </p:sp>
      <p:sp>
        <p:nvSpPr>
          <p:cNvPr id="3" name="Text 1"/>
          <p:cNvSpPr txBox="1"/>
          <p:nvPr/>
        </p:nvSpPr>
        <p:spPr>
          <a:xfrm>
            <a:off x="548640" y="658368"/>
            <a:ext cx="11094415" cy="685800"/>
          </a:xfrm>
          <a:prstGeom prst="rect">
            <a:avLst/>
          </a:prstGeom>
          <a:noFill/>
          <a:ln/>
        </p:spPr>
        <p:txBody>
          <a:bodyPr wrap="square" lIns="0" tIns="0" rIns="0" bIns="0" rtlCol="0" anchor="ctr"/>
          <a:lstStyle/>
          <a:p>
            <a:pPr indent="0" marL="0">
              <a:buNone/>
            </a:pPr>
            <a:r>
              <a:rPr lang="en-US" sz="3000" b="1" dirty="0">
                <a:solidFill>
                  <a:srgbClr val="22212A"/>
                </a:solidFill>
                <a:latin typeface="Malgun Gothic" pitchFamily="34" charset="0"/>
                <a:ea typeface="Malgun Gothic" pitchFamily="34" charset="-122"/>
                <a:cs typeface="Malgun Gothic" pitchFamily="34" charset="-120"/>
              </a:rPr>
              <a:t>하도(河圖) — 생성의 원리, 상생</a:t>
            </a:r>
            <a:endParaRPr lang="en-US" sz="3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4415" cy="914400"/>
        </p:xfrm>
        <a:graphic>
          <a:graphicData uri="http://schemas.openxmlformats.org/drawingml/2006/table">
            <a:tbl>
              <a:tblPr/>
              <a:tblGrid>
                <a:gridCol w="1280160"/>
                <a:gridCol w="2377440"/>
                <a:gridCol w="2377440"/>
                <a:gridCol w="5056632"/>
              </a:tblGrid>
              <a:tr h="685800">
                <a:tc>
                  <a:txBody>
                    <a:bodyP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방위</a:t>
                      </a:r>
                      <a:endParaRPr lang="en-US" sz="15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1D1C24"/>
                    </a:solidFill>
                  </a:tcPr>
                </a:tc>
                <a:tc>
                  <a:txBody>
                    <a:bodyP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생수 (안쪽 · 미완성)</a:t>
                      </a:r>
                      <a:endParaRPr lang="en-US" sz="15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1D1C24"/>
                    </a:solidFill>
                  </a:tcPr>
                </a:tc>
                <a:tc>
                  <a:txBody>
                    <a:bodyP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성수 (바깥쪽 · 완성)</a:t>
                      </a:r>
                      <a:endParaRPr lang="en-US" sz="15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1D1C24"/>
                    </a:solidFill>
                  </a:tcPr>
                </a:tc>
                <a:tc>
                  <a:txBody>
                    <a:bodyP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의미</a:t>
                      </a:r>
                      <a:endParaRPr lang="en-US" sz="15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1D1C24"/>
                    </a:solidFill>
                  </a:tcPr>
                </a:tc>
              </a:tr>
              <a:tr h="685800">
                <a:tc>
                  <a:txBody>
                    <a:bodyPr/>
                    <a:lstStyle/>
                    <a:p>
                      <a:pPr algn="ctr" indent="0" marL="0">
                        <a:buNone/>
                      </a:pPr>
                      <a:r>
                        <a:rPr lang="en-US" sz="1500" b="1" dirty="0">
                          <a:solidFill>
                            <a:srgbClr val="22212A"/>
                          </a:solidFill>
                          <a:latin typeface="Malgun Gothic" pitchFamily="34" charset="0"/>
                          <a:ea typeface="Malgun Gothic" pitchFamily="34" charset="-122"/>
                          <a:cs typeface="Malgun Gothic" pitchFamily="34" charset="-120"/>
                        </a:rPr>
                        <a:t>북</a:t>
                      </a:r>
                      <a:endParaRPr lang="en-US" sz="15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500" dirty="0">
                          <a:solidFill>
                            <a:srgbClr val="22212A"/>
                          </a:solidFill>
                          <a:latin typeface="Malgun Gothic" pitchFamily="34" charset="0"/>
                          <a:ea typeface="Malgun Gothic" pitchFamily="34" charset="-122"/>
                          <a:cs typeface="Malgun Gothic" pitchFamily="34" charset="-120"/>
                        </a:rPr>
                        <a:t>一 水</a:t>
                      </a:r>
                      <a:endParaRPr lang="en-US" sz="15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500" dirty="0">
                          <a:solidFill>
                            <a:srgbClr val="22212A"/>
                          </a:solidFill>
                          <a:latin typeface="Malgun Gothic" pitchFamily="34" charset="0"/>
                          <a:ea typeface="Malgun Gothic" pitchFamily="34" charset="-122"/>
                          <a:cs typeface="Malgun Gothic" pitchFamily="34" charset="-120"/>
                        </a:rPr>
                        <a:t>六 水</a:t>
                      </a:r>
                      <a:endParaRPr lang="en-US" sz="15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500" dirty="0">
                          <a:solidFill>
                            <a:srgbClr val="22212A"/>
                          </a:solidFill>
                          <a:latin typeface="Malgun Gothic" pitchFamily="34" charset="0"/>
                          <a:ea typeface="Malgun Gothic" pitchFamily="34" charset="-122"/>
                          <a:cs typeface="Malgun Gothic" pitchFamily="34" charset="-120"/>
                        </a:rPr>
                        <a:t>만물의 처음, 북극의 어둠과 추위</a:t>
                      </a:r>
                      <a:endParaRPr lang="en-US" sz="15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r>
              <a:tr h="685800">
                <a:tc>
                  <a:txBody>
                    <a:bodyPr/>
                    <a:lstStyle/>
                    <a:p>
                      <a:pPr algn="ctr" indent="0" marL="0">
                        <a:buNone/>
                      </a:pPr>
                      <a:r>
                        <a:rPr lang="en-US" sz="1500" b="1" dirty="0">
                          <a:solidFill>
                            <a:srgbClr val="22212A"/>
                          </a:solidFill>
                          <a:latin typeface="Malgun Gothic" pitchFamily="34" charset="0"/>
                          <a:ea typeface="Malgun Gothic" pitchFamily="34" charset="-122"/>
                          <a:cs typeface="Malgun Gothic" pitchFamily="34" charset="-120"/>
                        </a:rPr>
                        <a:t>남</a:t>
                      </a:r>
                      <a:endParaRPr lang="en-US" sz="15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2212A"/>
                          </a:solidFill>
                          <a:latin typeface="Malgun Gothic" pitchFamily="34" charset="0"/>
                          <a:ea typeface="Malgun Gothic" pitchFamily="34" charset="-122"/>
                          <a:cs typeface="Malgun Gothic" pitchFamily="34" charset="-120"/>
                        </a:rPr>
                        <a:t>二 火</a:t>
                      </a:r>
                      <a:endParaRPr lang="en-US" sz="15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2212A"/>
                          </a:solidFill>
                          <a:latin typeface="Malgun Gothic" pitchFamily="34" charset="0"/>
                          <a:ea typeface="Malgun Gothic" pitchFamily="34" charset="-122"/>
                          <a:cs typeface="Malgun Gothic" pitchFamily="34" charset="-120"/>
                        </a:rPr>
                        <a:t>七 火</a:t>
                      </a:r>
                      <a:endParaRPr lang="en-US" sz="15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2212A"/>
                          </a:solidFill>
                          <a:latin typeface="Malgun Gothic" pitchFamily="34" charset="0"/>
                          <a:ea typeface="Malgun Gothic" pitchFamily="34" charset="-122"/>
                          <a:cs typeface="Malgun Gothic" pitchFamily="34" charset="-120"/>
                        </a:rPr>
                        <a:t>두 번째로 생김, 더위</a:t>
                      </a:r>
                      <a:endParaRPr lang="en-US" sz="15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r>
              <a:tr h="685800">
                <a:tc>
                  <a:txBody>
                    <a:bodyPr/>
                    <a:lstStyle/>
                    <a:p>
                      <a:pPr algn="ctr" indent="0" marL="0">
                        <a:buNone/>
                      </a:pPr>
                      <a:r>
                        <a:rPr lang="en-US" sz="1500" b="1" dirty="0">
                          <a:solidFill>
                            <a:srgbClr val="22212A"/>
                          </a:solidFill>
                          <a:latin typeface="Malgun Gothic" pitchFamily="34" charset="0"/>
                          <a:ea typeface="Malgun Gothic" pitchFamily="34" charset="-122"/>
                          <a:cs typeface="Malgun Gothic" pitchFamily="34" charset="-120"/>
                        </a:rPr>
                        <a:t>동</a:t>
                      </a:r>
                      <a:endParaRPr lang="en-US" sz="15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500" dirty="0">
                          <a:solidFill>
                            <a:srgbClr val="22212A"/>
                          </a:solidFill>
                          <a:latin typeface="Malgun Gothic" pitchFamily="34" charset="0"/>
                          <a:ea typeface="Malgun Gothic" pitchFamily="34" charset="-122"/>
                          <a:cs typeface="Malgun Gothic" pitchFamily="34" charset="-120"/>
                        </a:rPr>
                        <a:t>三 木</a:t>
                      </a:r>
                      <a:endParaRPr lang="en-US" sz="15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500" dirty="0">
                          <a:solidFill>
                            <a:srgbClr val="22212A"/>
                          </a:solidFill>
                          <a:latin typeface="Malgun Gothic" pitchFamily="34" charset="0"/>
                          <a:ea typeface="Malgun Gothic" pitchFamily="34" charset="-122"/>
                          <a:cs typeface="Malgun Gothic" pitchFamily="34" charset="-120"/>
                        </a:rPr>
                        <a:t>八 木</a:t>
                      </a:r>
                      <a:endParaRPr lang="en-US" sz="15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500" dirty="0">
                          <a:solidFill>
                            <a:srgbClr val="22212A"/>
                          </a:solidFill>
                          <a:latin typeface="Malgun Gothic" pitchFamily="34" charset="0"/>
                          <a:ea typeface="Malgun Gothic" pitchFamily="34" charset="-122"/>
                          <a:cs typeface="Malgun Gothic" pitchFamily="34" charset="-120"/>
                        </a:rPr>
                        <a:t>水와 火가 화합해 생긴 씨눈, 아침·봄</a:t>
                      </a:r>
                      <a:endParaRPr lang="en-US" sz="15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r>
              <a:tr h="685800">
                <a:tc>
                  <a:txBody>
                    <a:bodyPr/>
                    <a:lstStyle/>
                    <a:p>
                      <a:pPr algn="ctr" indent="0" marL="0">
                        <a:buNone/>
                      </a:pPr>
                      <a:r>
                        <a:rPr lang="en-US" sz="1500" b="1" dirty="0">
                          <a:solidFill>
                            <a:srgbClr val="22212A"/>
                          </a:solidFill>
                          <a:latin typeface="Malgun Gothic" pitchFamily="34" charset="0"/>
                          <a:ea typeface="Malgun Gothic" pitchFamily="34" charset="-122"/>
                          <a:cs typeface="Malgun Gothic" pitchFamily="34" charset="-120"/>
                        </a:rPr>
                        <a:t>서</a:t>
                      </a:r>
                      <a:endParaRPr lang="en-US" sz="15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2212A"/>
                          </a:solidFill>
                          <a:latin typeface="Malgun Gothic" pitchFamily="34" charset="0"/>
                          <a:ea typeface="Malgun Gothic" pitchFamily="34" charset="-122"/>
                          <a:cs typeface="Malgun Gothic" pitchFamily="34" charset="-120"/>
                        </a:rPr>
                        <a:t>四 金</a:t>
                      </a:r>
                      <a:endParaRPr lang="en-US" sz="15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2212A"/>
                          </a:solidFill>
                          <a:latin typeface="Malgun Gothic" pitchFamily="34" charset="0"/>
                          <a:ea typeface="Malgun Gothic" pitchFamily="34" charset="-122"/>
                          <a:cs typeface="Malgun Gothic" pitchFamily="34" charset="-120"/>
                        </a:rPr>
                        <a:t>九 金</a:t>
                      </a:r>
                      <a:endParaRPr lang="en-US" sz="15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2212A"/>
                          </a:solidFill>
                          <a:latin typeface="Malgun Gothic" pitchFamily="34" charset="0"/>
                          <a:ea typeface="Malgun Gothic" pitchFamily="34" charset="-122"/>
                          <a:cs typeface="Malgun Gothic" pitchFamily="34" charset="-120"/>
                        </a:rPr>
                        <a:t>만물의 골격, 저녁·가을, 여묾</a:t>
                      </a:r>
                      <a:endParaRPr lang="en-US" sz="15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r>
              <a:tr h="685800">
                <a:tc>
                  <a:txBody>
                    <a:bodyPr/>
                    <a:lstStyle/>
                    <a:p>
                      <a:pPr algn="ctr" indent="0" marL="0">
                        <a:buNone/>
                      </a:pPr>
                      <a:r>
                        <a:rPr lang="en-US" sz="1500" b="1" dirty="0">
                          <a:solidFill>
                            <a:srgbClr val="22212A"/>
                          </a:solidFill>
                          <a:latin typeface="Malgun Gothic" pitchFamily="34" charset="0"/>
                          <a:ea typeface="Malgun Gothic" pitchFamily="34" charset="-122"/>
                          <a:cs typeface="Malgun Gothic" pitchFamily="34" charset="-120"/>
                        </a:rPr>
                        <a:t>중앙</a:t>
                      </a:r>
                      <a:endParaRPr lang="en-US" sz="15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500" dirty="0">
                          <a:solidFill>
                            <a:srgbClr val="22212A"/>
                          </a:solidFill>
                          <a:latin typeface="Malgun Gothic" pitchFamily="34" charset="0"/>
                          <a:ea typeface="Malgun Gothic" pitchFamily="34" charset="-122"/>
                          <a:cs typeface="Malgun Gothic" pitchFamily="34" charset="-120"/>
                        </a:rPr>
                        <a:t>五 土</a:t>
                      </a:r>
                      <a:endParaRPr lang="en-US" sz="15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500" dirty="0">
                          <a:solidFill>
                            <a:srgbClr val="22212A"/>
                          </a:solidFill>
                          <a:latin typeface="Malgun Gothic" pitchFamily="34" charset="0"/>
                          <a:ea typeface="Malgun Gothic" pitchFamily="34" charset="-122"/>
                          <a:cs typeface="Malgun Gothic" pitchFamily="34" charset="-120"/>
                        </a:rPr>
                        <a:t>十 土</a:t>
                      </a:r>
                      <a:endParaRPr lang="en-US" sz="15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500" dirty="0">
                          <a:solidFill>
                            <a:srgbClr val="22212A"/>
                          </a:solidFill>
                          <a:latin typeface="Malgun Gothic" pitchFamily="34" charset="0"/>
                          <a:ea typeface="Malgun Gothic" pitchFamily="34" charset="-122"/>
                          <a:cs typeface="Malgun Gothic" pitchFamily="34" charset="-120"/>
                        </a:rPr>
                        <a:t>만물이 모습을 갖추게 함</a:t>
                      </a:r>
                      <a:endParaRPr lang="en-US" sz="15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r>
            </a:tbl>
          </a:graphicData>
        </a:graphic>
      </p:graphicFrame>
      <p:sp>
        <p:nvSpPr>
          <p:cNvPr id="5" name="Text 2"/>
          <p:cNvSpPr txBox="1"/>
          <p:nvPr/>
        </p:nvSpPr>
        <p:spPr>
          <a:xfrm>
            <a:off x="548640" y="5806440"/>
            <a:ext cx="11094415" cy="502920"/>
          </a:xfrm>
          <a:prstGeom prst="rect">
            <a:avLst/>
          </a:prstGeom>
          <a:noFill/>
          <a:ln/>
        </p:spPr>
        <p:txBody>
          <a:bodyPr wrap="square" lIns="0" tIns="0" rIns="0" bIns="0" rtlCol="0" anchor="b"/>
          <a:lstStyle/>
          <a:p>
            <a:pPr indent="0" marL="0">
              <a:buNone/>
            </a:pPr>
            <a:r>
              <a:rPr lang="en-US" sz="1100" i="1" dirty="0">
                <a:solidFill>
                  <a:srgbClr val="6B6778"/>
                </a:solidFill>
                <a:latin typeface="Malgun Gothic" pitchFamily="34" charset="0"/>
                <a:ea typeface="Malgun Gothic" pitchFamily="34" charset="-122"/>
                <a:cs typeface="Malgun Gothic" pitchFamily="34" charset="-120"/>
              </a:rPr>
              <a:t>복희씨가 황하의 용마(龍馬)에게서 받았다고 전함 · 흰 돌은 陽, 검은 돌은 陰</a:t>
            </a:r>
            <a:endParaRPr lang="en-US" sz="1100" dirty="0"/>
          </a:p>
        </p:txBody>
      </p:sp>
      <p:sp>
        <p:nvSpPr>
          <p:cNvPr id="6" name="Text 3"/>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rgbClr val="6B6778"/>
                </a:solidFill>
                <a:latin typeface="Malgun Gothic" pitchFamily="34" charset="0"/>
                <a:ea typeface="Malgun Gothic" pitchFamily="34" charset="-122"/>
                <a:cs typeface="Malgun Gothic" pitchFamily="34" charset="-120"/>
              </a:rPr>
              <a:t>의명보감 1 기초편 · 제1장 창조와 음양오행</a:t>
            </a:r>
            <a:endParaRPr lang="en-US" sz="1000" dirty="0"/>
          </a:p>
        </p:txBody>
      </p:sp>
      <p:sp>
        <p:nvSpPr>
          <p:cNvPr id="7" name="Text 4"/>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6B6778"/>
                </a:solidFill>
                <a:latin typeface="Malgun Gothic" pitchFamily="34" charset="0"/>
                <a:ea typeface="Malgun Gothic" pitchFamily="34" charset="-122"/>
                <a:cs typeface="Malgun Gothic"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320040"/>
          </a:xfrm>
          <a:prstGeom prst="rect">
            <a:avLst/>
          </a:prstGeom>
          <a:noFill/>
          <a:ln/>
        </p:spPr>
        <p:txBody>
          <a:bodyPr wrap="square" lIns="0" tIns="0" rIns="0" bIns="0" rtlCol="0" anchor="ctr"/>
          <a:lstStyle/>
          <a:p>
            <a:pPr indent="0" marL="0">
              <a:buNone/>
            </a:pPr>
            <a:r>
              <a:rPr lang="en-US" sz="1300" b="1" dirty="0">
                <a:solidFill>
                  <a:srgbClr val="B23A2E"/>
                </a:solidFill>
                <a:latin typeface="Malgun Gothic" pitchFamily="34" charset="0"/>
                <a:ea typeface="Malgun Gothic" pitchFamily="34" charset="-122"/>
                <a:cs typeface="Malgun Gothic" pitchFamily="34" charset="-120"/>
              </a:rPr>
              <a:t>03 창조와 수(數)</a:t>
            </a:r>
            <a:endParaRPr lang="en-US" sz="1300" dirty="0"/>
          </a:p>
        </p:txBody>
      </p:sp>
      <p:sp>
        <p:nvSpPr>
          <p:cNvPr id="3" name="Text 1"/>
          <p:cNvSpPr txBox="1"/>
          <p:nvPr/>
        </p:nvSpPr>
        <p:spPr>
          <a:xfrm>
            <a:off x="548640" y="658368"/>
            <a:ext cx="11094415" cy="685800"/>
          </a:xfrm>
          <a:prstGeom prst="rect">
            <a:avLst/>
          </a:prstGeom>
          <a:noFill/>
          <a:ln/>
        </p:spPr>
        <p:txBody>
          <a:bodyPr wrap="square" lIns="0" tIns="0" rIns="0" bIns="0" rtlCol="0" anchor="ctr"/>
          <a:lstStyle/>
          <a:p>
            <a:pPr indent="0" marL="0">
              <a:buNone/>
            </a:pPr>
            <a:r>
              <a:rPr lang="en-US" sz="3000" b="1" dirty="0">
                <a:solidFill>
                  <a:srgbClr val="22212A"/>
                </a:solidFill>
                <a:latin typeface="Malgun Gothic" pitchFamily="34" charset="0"/>
                <a:ea typeface="Malgun Gothic" pitchFamily="34" charset="-122"/>
                <a:cs typeface="Malgun Gothic" pitchFamily="34" charset="-120"/>
              </a:rPr>
              <a:t>낙서(洛書) — 발전의 원리, 상극</a:t>
            </a:r>
            <a:endParaRPr lang="en-US" sz="3000" dirty="0"/>
          </a:p>
        </p:txBody>
      </p:sp>
      <p:sp>
        <p:nvSpPr>
          <p:cNvPr id="4" name="Text 2"/>
          <p:cNvSpPr txBox="1"/>
          <p:nvPr/>
        </p:nvSpPr>
        <p:spPr>
          <a:xfrm>
            <a:off x="822960" y="1463040"/>
            <a:ext cx="4114800" cy="274320"/>
          </a:xfrm>
          <a:prstGeom prst="rect">
            <a:avLst/>
          </a:prstGeom>
          <a:noFill/>
          <a:ln/>
        </p:spPr>
        <p:txBody>
          <a:bodyPr wrap="square" lIns="0" tIns="0" rIns="0" bIns="0" rtlCol="0" anchor="ctr"/>
          <a:lstStyle/>
          <a:p>
            <a:pPr algn="ctr" indent="0" marL="0">
              <a:buNone/>
            </a:pPr>
            <a:r>
              <a:rPr lang="en-US" sz="1100" dirty="0">
                <a:solidFill>
                  <a:srgbClr val="6B6778"/>
                </a:solidFill>
                <a:latin typeface="Malgun Gothic" pitchFamily="34" charset="0"/>
                <a:ea typeface="Malgun Gothic" pitchFamily="34" charset="-122"/>
                <a:cs typeface="Malgun Gothic" pitchFamily="34" charset="-120"/>
              </a:rPr>
              <a:t>남 (위)</a:t>
            </a:r>
            <a:endParaRPr lang="en-US" sz="1100" dirty="0"/>
          </a:p>
        </p:txBody>
      </p:sp>
      <p:sp>
        <p:nvSpPr>
          <p:cNvPr id="5" name="Shape 3"/>
          <p:cNvSpPr/>
          <p:nvPr/>
        </p:nvSpPr>
        <p:spPr>
          <a:xfrm>
            <a:off x="822960" y="1783080"/>
            <a:ext cx="1371600" cy="1371600"/>
          </a:xfrm>
          <a:prstGeom prst="rect">
            <a:avLst/>
          </a:prstGeom>
          <a:solidFill>
            <a:srgbClr val="FFFFFF"/>
          </a:solidFill>
          <a:ln w="12700">
            <a:solidFill>
              <a:srgbClr val="D9D5E0"/>
            </a:solidFill>
            <a:prstDash val="solid"/>
          </a:ln>
        </p:spPr>
      </p:sp>
      <p:sp>
        <p:nvSpPr>
          <p:cNvPr id="6" name="Text 4"/>
          <p:cNvSpPr txBox="1"/>
          <p:nvPr/>
        </p:nvSpPr>
        <p:spPr>
          <a:xfrm>
            <a:off x="822960" y="1892808"/>
            <a:ext cx="1371600" cy="731520"/>
          </a:xfrm>
          <a:prstGeom prst="rect">
            <a:avLst/>
          </a:prstGeom>
          <a:noFill/>
          <a:ln/>
        </p:spPr>
        <p:txBody>
          <a:bodyPr wrap="square" lIns="0" tIns="0" rIns="0" bIns="0" rtlCol="0" anchor="ctr"/>
          <a:lstStyle/>
          <a:p>
            <a:pPr algn="ctr" indent="0" marL="0">
              <a:buNone/>
            </a:pPr>
            <a:r>
              <a:rPr lang="en-US" sz="3200" b="1" dirty="0">
                <a:solidFill>
                  <a:srgbClr val="22212A"/>
                </a:solidFill>
                <a:latin typeface="Malgun Gothic" pitchFamily="34" charset="0"/>
                <a:ea typeface="Malgun Gothic" pitchFamily="34" charset="-122"/>
                <a:cs typeface="Malgun Gothic" pitchFamily="34" charset="-120"/>
              </a:rPr>
              <a:t>四</a:t>
            </a:r>
            <a:endParaRPr lang="en-US" sz="3200" dirty="0"/>
          </a:p>
        </p:txBody>
      </p:sp>
      <p:sp>
        <p:nvSpPr>
          <p:cNvPr id="7" name="Text 5"/>
          <p:cNvSpPr txBox="1"/>
          <p:nvPr/>
        </p:nvSpPr>
        <p:spPr>
          <a:xfrm>
            <a:off x="822960" y="2587752"/>
            <a:ext cx="1371600" cy="411480"/>
          </a:xfrm>
          <a:prstGeom prst="rect">
            <a:avLst/>
          </a:prstGeom>
          <a:noFill/>
          <a:ln/>
        </p:spPr>
        <p:txBody>
          <a:bodyPr wrap="square" lIns="0" tIns="0" rIns="0" bIns="0" rtlCol="0" anchor="ctr"/>
          <a:lstStyle/>
          <a:p>
            <a:pPr algn="ctr" indent="0" marL="0">
              <a:buNone/>
            </a:pPr>
            <a:r>
              <a:rPr lang="en-US" sz="1800" b="1" dirty="0">
                <a:solidFill>
                  <a:srgbClr val="6E737B"/>
                </a:solidFill>
                <a:latin typeface="Malgun Gothic" pitchFamily="34" charset="0"/>
                <a:ea typeface="Malgun Gothic" pitchFamily="34" charset="-122"/>
                <a:cs typeface="Malgun Gothic" pitchFamily="34" charset="-120"/>
              </a:rPr>
              <a:t>金</a:t>
            </a:r>
            <a:endParaRPr lang="en-US" sz="1800" dirty="0"/>
          </a:p>
        </p:txBody>
      </p:sp>
      <p:sp>
        <p:nvSpPr>
          <p:cNvPr id="8" name="Shape 6"/>
          <p:cNvSpPr/>
          <p:nvPr/>
        </p:nvSpPr>
        <p:spPr>
          <a:xfrm>
            <a:off x="2194560" y="1783080"/>
            <a:ext cx="1371600" cy="1371600"/>
          </a:xfrm>
          <a:prstGeom prst="rect">
            <a:avLst/>
          </a:prstGeom>
          <a:solidFill>
            <a:srgbClr val="FFFFFF"/>
          </a:solidFill>
          <a:ln w="12700">
            <a:solidFill>
              <a:srgbClr val="D9D5E0"/>
            </a:solidFill>
            <a:prstDash val="solid"/>
          </a:ln>
        </p:spPr>
      </p:sp>
      <p:sp>
        <p:nvSpPr>
          <p:cNvPr id="9" name="Text 7"/>
          <p:cNvSpPr txBox="1"/>
          <p:nvPr/>
        </p:nvSpPr>
        <p:spPr>
          <a:xfrm>
            <a:off x="2194560" y="1892808"/>
            <a:ext cx="1371600" cy="731520"/>
          </a:xfrm>
          <a:prstGeom prst="rect">
            <a:avLst/>
          </a:prstGeom>
          <a:noFill/>
          <a:ln/>
        </p:spPr>
        <p:txBody>
          <a:bodyPr wrap="square" lIns="0" tIns="0" rIns="0" bIns="0" rtlCol="0" anchor="ctr"/>
          <a:lstStyle/>
          <a:p>
            <a:pPr algn="ctr" indent="0" marL="0">
              <a:buNone/>
            </a:pPr>
            <a:r>
              <a:rPr lang="en-US" sz="3200" b="1" dirty="0">
                <a:solidFill>
                  <a:srgbClr val="22212A"/>
                </a:solidFill>
                <a:latin typeface="Malgun Gothic" pitchFamily="34" charset="0"/>
                <a:ea typeface="Malgun Gothic" pitchFamily="34" charset="-122"/>
                <a:cs typeface="Malgun Gothic" pitchFamily="34" charset="-120"/>
              </a:rPr>
              <a:t>九</a:t>
            </a:r>
            <a:endParaRPr lang="en-US" sz="3200" dirty="0"/>
          </a:p>
        </p:txBody>
      </p:sp>
      <p:sp>
        <p:nvSpPr>
          <p:cNvPr id="10" name="Text 8"/>
          <p:cNvSpPr txBox="1"/>
          <p:nvPr/>
        </p:nvSpPr>
        <p:spPr>
          <a:xfrm>
            <a:off x="2194560" y="2587752"/>
            <a:ext cx="1371600" cy="411480"/>
          </a:xfrm>
          <a:prstGeom prst="rect">
            <a:avLst/>
          </a:prstGeom>
          <a:noFill/>
          <a:ln/>
        </p:spPr>
        <p:txBody>
          <a:bodyPr wrap="square" lIns="0" tIns="0" rIns="0" bIns="0" rtlCol="0" anchor="ctr"/>
          <a:lstStyle/>
          <a:p>
            <a:pPr algn="ctr" indent="0" marL="0">
              <a:buNone/>
            </a:pPr>
            <a:r>
              <a:rPr lang="en-US" sz="1800" b="1" dirty="0">
                <a:solidFill>
                  <a:srgbClr val="6E737B"/>
                </a:solidFill>
                <a:latin typeface="Malgun Gothic" pitchFamily="34" charset="0"/>
                <a:ea typeface="Malgun Gothic" pitchFamily="34" charset="-122"/>
                <a:cs typeface="Malgun Gothic" pitchFamily="34" charset="-120"/>
              </a:rPr>
              <a:t>金</a:t>
            </a:r>
            <a:endParaRPr lang="en-US" sz="1800" dirty="0"/>
          </a:p>
        </p:txBody>
      </p:sp>
      <p:sp>
        <p:nvSpPr>
          <p:cNvPr id="11" name="Shape 9"/>
          <p:cNvSpPr/>
          <p:nvPr/>
        </p:nvSpPr>
        <p:spPr>
          <a:xfrm>
            <a:off x="3566160" y="1783080"/>
            <a:ext cx="1371600" cy="1371600"/>
          </a:xfrm>
          <a:prstGeom prst="rect">
            <a:avLst/>
          </a:prstGeom>
          <a:solidFill>
            <a:srgbClr val="FFFFFF"/>
          </a:solidFill>
          <a:ln w="12700">
            <a:solidFill>
              <a:srgbClr val="D9D5E0"/>
            </a:solidFill>
            <a:prstDash val="solid"/>
          </a:ln>
        </p:spPr>
      </p:sp>
      <p:sp>
        <p:nvSpPr>
          <p:cNvPr id="12" name="Text 10"/>
          <p:cNvSpPr txBox="1"/>
          <p:nvPr/>
        </p:nvSpPr>
        <p:spPr>
          <a:xfrm>
            <a:off x="3566160" y="1892808"/>
            <a:ext cx="1371600" cy="731520"/>
          </a:xfrm>
          <a:prstGeom prst="rect">
            <a:avLst/>
          </a:prstGeom>
          <a:noFill/>
          <a:ln/>
        </p:spPr>
        <p:txBody>
          <a:bodyPr wrap="square" lIns="0" tIns="0" rIns="0" bIns="0" rtlCol="0" anchor="ctr"/>
          <a:lstStyle/>
          <a:p>
            <a:pPr algn="ctr" indent="0" marL="0">
              <a:buNone/>
            </a:pPr>
            <a:r>
              <a:rPr lang="en-US" sz="3200" b="1" dirty="0">
                <a:solidFill>
                  <a:srgbClr val="22212A"/>
                </a:solidFill>
                <a:latin typeface="Malgun Gothic" pitchFamily="34" charset="0"/>
                <a:ea typeface="Malgun Gothic" pitchFamily="34" charset="-122"/>
                <a:cs typeface="Malgun Gothic" pitchFamily="34" charset="-120"/>
              </a:rPr>
              <a:t>二</a:t>
            </a:r>
            <a:endParaRPr lang="en-US" sz="3200" dirty="0"/>
          </a:p>
        </p:txBody>
      </p:sp>
      <p:sp>
        <p:nvSpPr>
          <p:cNvPr id="13" name="Text 11"/>
          <p:cNvSpPr txBox="1"/>
          <p:nvPr/>
        </p:nvSpPr>
        <p:spPr>
          <a:xfrm>
            <a:off x="3566160" y="2587752"/>
            <a:ext cx="1371600" cy="411480"/>
          </a:xfrm>
          <a:prstGeom prst="rect">
            <a:avLst/>
          </a:prstGeom>
          <a:noFill/>
          <a:ln/>
        </p:spPr>
        <p:txBody>
          <a:bodyPr wrap="square" lIns="0" tIns="0" rIns="0" bIns="0" rtlCol="0" anchor="ctr"/>
          <a:lstStyle/>
          <a:p>
            <a:pPr algn="ctr" indent="0" marL="0">
              <a:buNone/>
            </a:pPr>
            <a:r>
              <a:rPr lang="en-US" sz="1800" b="1" dirty="0">
                <a:solidFill>
                  <a:srgbClr val="C0392B"/>
                </a:solidFill>
                <a:latin typeface="Malgun Gothic" pitchFamily="34" charset="0"/>
                <a:ea typeface="Malgun Gothic" pitchFamily="34" charset="-122"/>
                <a:cs typeface="Malgun Gothic" pitchFamily="34" charset="-120"/>
              </a:rPr>
              <a:t>火</a:t>
            </a:r>
            <a:endParaRPr lang="en-US" sz="1800" dirty="0"/>
          </a:p>
        </p:txBody>
      </p:sp>
      <p:sp>
        <p:nvSpPr>
          <p:cNvPr id="14" name="Shape 12"/>
          <p:cNvSpPr/>
          <p:nvPr/>
        </p:nvSpPr>
        <p:spPr>
          <a:xfrm>
            <a:off x="822960" y="3154680"/>
            <a:ext cx="1371600" cy="1371600"/>
          </a:xfrm>
          <a:prstGeom prst="rect">
            <a:avLst/>
          </a:prstGeom>
          <a:solidFill>
            <a:srgbClr val="FFFFFF"/>
          </a:solidFill>
          <a:ln w="12700">
            <a:solidFill>
              <a:srgbClr val="D9D5E0"/>
            </a:solidFill>
            <a:prstDash val="solid"/>
          </a:ln>
        </p:spPr>
      </p:sp>
      <p:sp>
        <p:nvSpPr>
          <p:cNvPr id="15" name="Text 13"/>
          <p:cNvSpPr txBox="1"/>
          <p:nvPr/>
        </p:nvSpPr>
        <p:spPr>
          <a:xfrm>
            <a:off x="822960" y="3264408"/>
            <a:ext cx="1371600" cy="731520"/>
          </a:xfrm>
          <a:prstGeom prst="rect">
            <a:avLst/>
          </a:prstGeom>
          <a:noFill/>
          <a:ln/>
        </p:spPr>
        <p:txBody>
          <a:bodyPr wrap="square" lIns="0" tIns="0" rIns="0" bIns="0" rtlCol="0" anchor="ctr"/>
          <a:lstStyle/>
          <a:p>
            <a:pPr algn="ctr" indent="0" marL="0">
              <a:buNone/>
            </a:pPr>
            <a:r>
              <a:rPr lang="en-US" sz="3200" b="1" dirty="0">
                <a:solidFill>
                  <a:srgbClr val="22212A"/>
                </a:solidFill>
                <a:latin typeface="Malgun Gothic" pitchFamily="34" charset="0"/>
                <a:ea typeface="Malgun Gothic" pitchFamily="34" charset="-122"/>
                <a:cs typeface="Malgun Gothic" pitchFamily="34" charset="-120"/>
              </a:rPr>
              <a:t>三</a:t>
            </a:r>
            <a:endParaRPr lang="en-US" sz="3200" dirty="0"/>
          </a:p>
        </p:txBody>
      </p:sp>
      <p:sp>
        <p:nvSpPr>
          <p:cNvPr id="16" name="Text 14"/>
          <p:cNvSpPr txBox="1"/>
          <p:nvPr/>
        </p:nvSpPr>
        <p:spPr>
          <a:xfrm>
            <a:off x="822960" y="3959352"/>
            <a:ext cx="1371600" cy="411480"/>
          </a:xfrm>
          <a:prstGeom prst="rect">
            <a:avLst/>
          </a:prstGeom>
          <a:noFill/>
          <a:ln/>
        </p:spPr>
        <p:txBody>
          <a:bodyPr wrap="square" lIns="0" tIns="0" rIns="0" bIns="0" rtlCol="0" anchor="ctr"/>
          <a:lstStyle/>
          <a:p>
            <a:pPr algn="ctr" indent="0" marL="0">
              <a:buNone/>
            </a:pPr>
            <a:r>
              <a:rPr lang="en-US" sz="1800" b="1" dirty="0">
                <a:solidFill>
                  <a:srgbClr val="3F7D4E"/>
                </a:solidFill>
                <a:latin typeface="Malgun Gothic" pitchFamily="34" charset="0"/>
                <a:ea typeface="Malgun Gothic" pitchFamily="34" charset="-122"/>
                <a:cs typeface="Malgun Gothic" pitchFamily="34" charset="-120"/>
              </a:rPr>
              <a:t>木</a:t>
            </a:r>
            <a:endParaRPr lang="en-US" sz="1800" dirty="0"/>
          </a:p>
        </p:txBody>
      </p:sp>
      <p:sp>
        <p:nvSpPr>
          <p:cNvPr id="17" name="Shape 15"/>
          <p:cNvSpPr/>
          <p:nvPr/>
        </p:nvSpPr>
        <p:spPr>
          <a:xfrm>
            <a:off x="2194560" y="3154680"/>
            <a:ext cx="1371600" cy="1371600"/>
          </a:xfrm>
          <a:prstGeom prst="rect">
            <a:avLst/>
          </a:prstGeom>
          <a:solidFill>
            <a:srgbClr val="F7EDE0"/>
          </a:solidFill>
          <a:ln w="12700">
            <a:solidFill>
              <a:srgbClr val="D9D5E0"/>
            </a:solidFill>
            <a:prstDash val="solid"/>
          </a:ln>
        </p:spPr>
      </p:sp>
      <p:sp>
        <p:nvSpPr>
          <p:cNvPr id="18" name="Text 16"/>
          <p:cNvSpPr txBox="1"/>
          <p:nvPr/>
        </p:nvSpPr>
        <p:spPr>
          <a:xfrm>
            <a:off x="2194560" y="3264408"/>
            <a:ext cx="1371600" cy="731520"/>
          </a:xfrm>
          <a:prstGeom prst="rect">
            <a:avLst/>
          </a:prstGeom>
          <a:noFill/>
          <a:ln/>
        </p:spPr>
        <p:txBody>
          <a:bodyPr wrap="square" lIns="0" tIns="0" rIns="0" bIns="0" rtlCol="0" anchor="ctr"/>
          <a:lstStyle/>
          <a:p>
            <a:pPr algn="ctr" indent="0" marL="0">
              <a:buNone/>
            </a:pPr>
            <a:r>
              <a:rPr lang="en-US" sz="3200" b="1" dirty="0">
                <a:solidFill>
                  <a:srgbClr val="22212A"/>
                </a:solidFill>
                <a:latin typeface="Malgun Gothic" pitchFamily="34" charset="0"/>
                <a:ea typeface="Malgun Gothic" pitchFamily="34" charset="-122"/>
                <a:cs typeface="Malgun Gothic" pitchFamily="34" charset="-120"/>
              </a:rPr>
              <a:t>五</a:t>
            </a:r>
            <a:endParaRPr lang="en-US" sz="3200" dirty="0"/>
          </a:p>
        </p:txBody>
      </p:sp>
      <p:sp>
        <p:nvSpPr>
          <p:cNvPr id="19" name="Text 17"/>
          <p:cNvSpPr txBox="1"/>
          <p:nvPr/>
        </p:nvSpPr>
        <p:spPr>
          <a:xfrm>
            <a:off x="2194560" y="3959352"/>
            <a:ext cx="1371600" cy="411480"/>
          </a:xfrm>
          <a:prstGeom prst="rect">
            <a:avLst/>
          </a:prstGeom>
          <a:noFill/>
          <a:ln/>
        </p:spPr>
        <p:txBody>
          <a:bodyPr wrap="square" lIns="0" tIns="0" rIns="0" bIns="0" rtlCol="0" anchor="ctr"/>
          <a:lstStyle/>
          <a:p>
            <a:pPr algn="ctr" indent="0" marL="0">
              <a:buNone/>
            </a:pPr>
            <a:r>
              <a:rPr lang="en-US" sz="1800" b="1" dirty="0">
                <a:solidFill>
                  <a:srgbClr val="B8892A"/>
                </a:solidFill>
                <a:latin typeface="Malgun Gothic" pitchFamily="34" charset="0"/>
                <a:ea typeface="Malgun Gothic" pitchFamily="34" charset="-122"/>
                <a:cs typeface="Malgun Gothic" pitchFamily="34" charset="-120"/>
              </a:rPr>
              <a:t>土</a:t>
            </a:r>
            <a:endParaRPr lang="en-US" sz="1800" dirty="0"/>
          </a:p>
        </p:txBody>
      </p:sp>
      <p:sp>
        <p:nvSpPr>
          <p:cNvPr id="20" name="Shape 18"/>
          <p:cNvSpPr/>
          <p:nvPr/>
        </p:nvSpPr>
        <p:spPr>
          <a:xfrm>
            <a:off x="3566160" y="3154680"/>
            <a:ext cx="1371600" cy="1371600"/>
          </a:xfrm>
          <a:prstGeom prst="rect">
            <a:avLst/>
          </a:prstGeom>
          <a:solidFill>
            <a:srgbClr val="FFFFFF"/>
          </a:solidFill>
          <a:ln w="12700">
            <a:solidFill>
              <a:srgbClr val="D9D5E0"/>
            </a:solidFill>
            <a:prstDash val="solid"/>
          </a:ln>
        </p:spPr>
      </p:sp>
      <p:sp>
        <p:nvSpPr>
          <p:cNvPr id="21" name="Text 19"/>
          <p:cNvSpPr txBox="1"/>
          <p:nvPr/>
        </p:nvSpPr>
        <p:spPr>
          <a:xfrm>
            <a:off x="3566160" y="3264408"/>
            <a:ext cx="1371600" cy="731520"/>
          </a:xfrm>
          <a:prstGeom prst="rect">
            <a:avLst/>
          </a:prstGeom>
          <a:noFill/>
          <a:ln/>
        </p:spPr>
        <p:txBody>
          <a:bodyPr wrap="square" lIns="0" tIns="0" rIns="0" bIns="0" rtlCol="0" anchor="ctr"/>
          <a:lstStyle/>
          <a:p>
            <a:pPr algn="ctr" indent="0" marL="0">
              <a:buNone/>
            </a:pPr>
            <a:r>
              <a:rPr lang="en-US" sz="3200" b="1" dirty="0">
                <a:solidFill>
                  <a:srgbClr val="22212A"/>
                </a:solidFill>
                <a:latin typeface="Malgun Gothic" pitchFamily="34" charset="0"/>
                <a:ea typeface="Malgun Gothic" pitchFamily="34" charset="-122"/>
                <a:cs typeface="Malgun Gothic" pitchFamily="34" charset="-120"/>
              </a:rPr>
              <a:t>七</a:t>
            </a:r>
            <a:endParaRPr lang="en-US" sz="3200" dirty="0"/>
          </a:p>
        </p:txBody>
      </p:sp>
      <p:sp>
        <p:nvSpPr>
          <p:cNvPr id="22" name="Text 20"/>
          <p:cNvSpPr txBox="1"/>
          <p:nvPr/>
        </p:nvSpPr>
        <p:spPr>
          <a:xfrm>
            <a:off x="3566160" y="3959352"/>
            <a:ext cx="1371600" cy="411480"/>
          </a:xfrm>
          <a:prstGeom prst="rect">
            <a:avLst/>
          </a:prstGeom>
          <a:noFill/>
          <a:ln/>
        </p:spPr>
        <p:txBody>
          <a:bodyPr wrap="square" lIns="0" tIns="0" rIns="0" bIns="0" rtlCol="0" anchor="ctr"/>
          <a:lstStyle/>
          <a:p>
            <a:pPr algn="ctr" indent="0" marL="0">
              <a:buNone/>
            </a:pPr>
            <a:r>
              <a:rPr lang="en-US" sz="1800" b="1" dirty="0">
                <a:solidFill>
                  <a:srgbClr val="C0392B"/>
                </a:solidFill>
                <a:latin typeface="Malgun Gothic" pitchFamily="34" charset="0"/>
                <a:ea typeface="Malgun Gothic" pitchFamily="34" charset="-122"/>
                <a:cs typeface="Malgun Gothic" pitchFamily="34" charset="-120"/>
              </a:rPr>
              <a:t>火</a:t>
            </a:r>
            <a:endParaRPr lang="en-US" sz="1800" dirty="0"/>
          </a:p>
        </p:txBody>
      </p:sp>
      <p:sp>
        <p:nvSpPr>
          <p:cNvPr id="23" name="Shape 21"/>
          <p:cNvSpPr/>
          <p:nvPr/>
        </p:nvSpPr>
        <p:spPr>
          <a:xfrm>
            <a:off x="822960" y="4526280"/>
            <a:ext cx="1371600" cy="1371600"/>
          </a:xfrm>
          <a:prstGeom prst="rect">
            <a:avLst/>
          </a:prstGeom>
          <a:solidFill>
            <a:srgbClr val="FFFFFF"/>
          </a:solidFill>
          <a:ln w="12700">
            <a:solidFill>
              <a:srgbClr val="D9D5E0"/>
            </a:solidFill>
            <a:prstDash val="solid"/>
          </a:ln>
        </p:spPr>
      </p:sp>
      <p:sp>
        <p:nvSpPr>
          <p:cNvPr id="24" name="Text 22"/>
          <p:cNvSpPr txBox="1"/>
          <p:nvPr/>
        </p:nvSpPr>
        <p:spPr>
          <a:xfrm>
            <a:off x="822960" y="4636008"/>
            <a:ext cx="1371600" cy="731520"/>
          </a:xfrm>
          <a:prstGeom prst="rect">
            <a:avLst/>
          </a:prstGeom>
          <a:noFill/>
          <a:ln/>
        </p:spPr>
        <p:txBody>
          <a:bodyPr wrap="square" lIns="0" tIns="0" rIns="0" bIns="0" rtlCol="0" anchor="ctr"/>
          <a:lstStyle/>
          <a:p>
            <a:pPr algn="ctr" indent="0" marL="0">
              <a:buNone/>
            </a:pPr>
            <a:r>
              <a:rPr lang="en-US" sz="3200" b="1" dirty="0">
                <a:solidFill>
                  <a:srgbClr val="22212A"/>
                </a:solidFill>
                <a:latin typeface="Malgun Gothic" pitchFamily="34" charset="0"/>
                <a:ea typeface="Malgun Gothic" pitchFamily="34" charset="-122"/>
                <a:cs typeface="Malgun Gothic" pitchFamily="34" charset="-120"/>
              </a:rPr>
              <a:t>八</a:t>
            </a:r>
            <a:endParaRPr lang="en-US" sz="3200" dirty="0"/>
          </a:p>
        </p:txBody>
      </p:sp>
      <p:sp>
        <p:nvSpPr>
          <p:cNvPr id="25" name="Text 23"/>
          <p:cNvSpPr txBox="1"/>
          <p:nvPr/>
        </p:nvSpPr>
        <p:spPr>
          <a:xfrm>
            <a:off x="822960" y="5330952"/>
            <a:ext cx="1371600" cy="411480"/>
          </a:xfrm>
          <a:prstGeom prst="rect">
            <a:avLst/>
          </a:prstGeom>
          <a:noFill/>
          <a:ln/>
        </p:spPr>
        <p:txBody>
          <a:bodyPr wrap="square" lIns="0" tIns="0" rIns="0" bIns="0" rtlCol="0" anchor="ctr"/>
          <a:lstStyle/>
          <a:p>
            <a:pPr algn="ctr" indent="0" marL="0">
              <a:buNone/>
            </a:pPr>
            <a:r>
              <a:rPr lang="en-US" sz="1800" b="1" dirty="0">
                <a:solidFill>
                  <a:srgbClr val="3F7D4E"/>
                </a:solidFill>
                <a:latin typeface="Malgun Gothic" pitchFamily="34" charset="0"/>
                <a:ea typeface="Malgun Gothic" pitchFamily="34" charset="-122"/>
                <a:cs typeface="Malgun Gothic" pitchFamily="34" charset="-120"/>
              </a:rPr>
              <a:t>木</a:t>
            </a:r>
            <a:endParaRPr lang="en-US" sz="1800" dirty="0"/>
          </a:p>
        </p:txBody>
      </p:sp>
      <p:sp>
        <p:nvSpPr>
          <p:cNvPr id="26" name="Shape 24"/>
          <p:cNvSpPr/>
          <p:nvPr/>
        </p:nvSpPr>
        <p:spPr>
          <a:xfrm>
            <a:off x="2194560" y="4526280"/>
            <a:ext cx="1371600" cy="1371600"/>
          </a:xfrm>
          <a:prstGeom prst="rect">
            <a:avLst/>
          </a:prstGeom>
          <a:solidFill>
            <a:srgbClr val="FFFFFF"/>
          </a:solidFill>
          <a:ln w="12700">
            <a:solidFill>
              <a:srgbClr val="D9D5E0"/>
            </a:solidFill>
            <a:prstDash val="solid"/>
          </a:ln>
        </p:spPr>
      </p:sp>
      <p:sp>
        <p:nvSpPr>
          <p:cNvPr id="27" name="Text 25"/>
          <p:cNvSpPr txBox="1"/>
          <p:nvPr/>
        </p:nvSpPr>
        <p:spPr>
          <a:xfrm>
            <a:off x="2194560" y="4636008"/>
            <a:ext cx="1371600" cy="731520"/>
          </a:xfrm>
          <a:prstGeom prst="rect">
            <a:avLst/>
          </a:prstGeom>
          <a:noFill/>
          <a:ln/>
        </p:spPr>
        <p:txBody>
          <a:bodyPr wrap="square" lIns="0" tIns="0" rIns="0" bIns="0" rtlCol="0" anchor="ctr"/>
          <a:lstStyle/>
          <a:p>
            <a:pPr algn="ctr" indent="0" marL="0">
              <a:buNone/>
            </a:pPr>
            <a:r>
              <a:rPr lang="en-US" sz="3200" b="1" dirty="0">
                <a:solidFill>
                  <a:srgbClr val="22212A"/>
                </a:solidFill>
                <a:latin typeface="Malgun Gothic" pitchFamily="34" charset="0"/>
                <a:ea typeface="Malgun Gothic" pitchFamily="34" charset="-122"/>
                <a:cs typeface="Malgun Gothic" pitchFamily="34" charset="-120"/>
              </a:rPr>
              <a:t>一</a:t>
            </a:r>
            <a:endParaRPr lang="en-US" sz="3200" dirty="0"/>
          </a:p>
        </p:txBody>
      </p:sp>
      <p:sp>
        <p:nvSpPr>
          <p:cNvPr id="28" name="Text 26"/>
          <p:cNvSpPr txBox="1"/>
          <p:nvPr/>
        </p:nvSpPr>
        <p:spPr>
          <a:xfrm>
            <a:off x="2194560" y="5330952"/>
            <a:ext cx="1371600" cy="411480"/>
          </a:xfrm>
          <a:prstGeom prst="rect">
            <a:avLst/>
          </a:prstGeom>
          <a:noFill/>
          <a:ln/>
        </p:spPr>
        <p:txBody>
          <a:bodyPr wrap="square" lIns="0" tIns="0" rIns="0" bIns="0" rtlCol="0" anchor="ctr"/>
          <a:lstStyle/>
          <a:p>
            <a:pPr algn="ctr" indent="0" marL="0">
              <a:buNone/>
            </a:pPr>
            <a:r>
              <a:rPr lang="en-US" sz="1800" b="1" dirty="0">
                <a:solidFill>
                  <a:srgbClr val="22406E"/>
                </a:solidFill>
                <a:latin typeface="Malgun Gothic" pitchFamily="34" charset="0"/>
                <a:ea typeface="Malgun Gothic" pitchFamily="34" charset="-122"/>
                <a:cs typeface="Malgun Gothic" pitchFamily="34" charset="-120"/>
              </a:rPr>
              <a:t>水</a:t>
            </a:r>
            <a:endParaRPr lang="en-US" sz="1800" dirty="0"/>
          </a:p>
        </p:txBody>
      </p:sp>
      <p:sp>
        <p:nvSpPr>
          <p:cNvPr id="29" name="Shape 27"/>
          <p:cNvSpPr/>
          <p:nvPr/>
        </p:nvSpPr>
        <p:spPr>
          <a:xfrm>
            <a:off x="3566160" y="4526280"/>
            <a:ext cx="1371600" cy="1371600"/>
          </a:xfrm>
          <a:prstGeom prst="rect">
            <a:avLst/>
          </a:prstGeom>
          <a:solidFill>
            <a:srgbClr val="FFFFFF"/>
          </a:solidFill>
          <a:ln w="12700">
            <a:solidFill>
              <a:srgbClr val="D9D5E0"/>
            </a:solidFill>
            <a:prstDash val="solid"/>
          </a:ln>
        </p:spPr>
      </p:sp>
      <p:sp>
        <p:nvSpPr>
          <p:cNvPr id="30" name="Text 28"/>
          <p:cNvSpPr txBox="1"/>
          <p:nvPr/>
        </p:nvSpPr>
        <p:spPr>
          <a:xfrm>
            <a:off x="3566160" y="4636008"/>
            <a:ext cx="1371600" cy="731520"/>
          </a:xfrm>
          <a:prstGeom prst="rect">
            <a:avLst/>
          </a:prstGeom>
          <a:noFill/>
          <a:ln/>
        </p:spPr>
        <p:txBody>
          <a:bodyPr wrap="square" lIns="0" tIns="0" rIns="0" bIns="0" rtlCol="0" anchor="ctr"/>
          <a:lstStyle/>
          <a:p>
            <a:pPr algn="ctr" indent="0" marL="0">
              <a:buNone/>
            </a:pPr>
            <a:r>
              <a:rPr lang="en-US" sz="3200" b="1" dirty="0">
                <a:solidFill>
                  <a:srgbClr val="22212A"/>
                </a:solidFill>
                <a:latin typeface="Malgun Gothic" pitchFamily="34" charset="0"/>
                <a:ea typeface="Malgun Gothic" pitchFamily="34" charset="-122"/>
                <a:cs typeface="Malgun Gothic" pitchFamily="34" charset="-120"/>
              </a:rPr>
              <a:t>六</a:t>
            </a:r>
            <a:endParaRPr lang="en-US" sz="3200" dirty="0"/>
          </a:p>
        </p:txBody>
      </p:sp>
      <p:sp>
        <p:nvSpPr>
          <p:cNvPr id="31" name="Text 29"/>
          <p:cNvSpPr txBox="1"/>
          <p:nvPr/>
        </p:nvSpPr>
        <p:spPr>
          <a:xfrm>
            <a:off x="3566160" y="5330952"/>
            <a:ext cx="1371600" cy="411480"/>
          </a:xfrm>
          <a:prstGeom prst="rect">
            <a:avLst/>
          </a:prstGeom>
          <a:noFill/>
          <a:ln/>
        </p:spPr>
        <p:txBody>
          <a:bodyPr wrap="square" lIns="0" tIns="0" rIns="0" bIns="0" rtlCol="0" anchor="ctr"/>
          <a:lstStyle/>
          <a:p>
            <a:pPr algn="ctr" indent="0" marL="0">
              <a:buNone/>
            </a:pPr>
            <a:r>
              <a:rPr lang="en-US" sz="1800" b="1" dirty="0">
                <a:solidFill>
                  <a:srgbClr val="22406E"/>
                </a:solidFill>
                <a:latin typeface="Malgun Gothic" pitchFamily="34" charset="0"/>
                <a:ea typeface="Malgun Gothic" pitchFamily="34" charset="-122"/>
                <a:cs typeface="Malgun Gothic" pitchFamily="34" charset="-120"/>
              </a:rPr>
              <a:t>水</a:t>
            </a:r>
            <a:endParaRPr lang="en-US" sz="1800" dirty="0"/>
          </a:p>
        </p:txBody>
      </p:sp>
      <p:sp>
        <p:nvSpPr>
          <p:cNvPr id="32" name="Text 30"/>
          <p:cNvSpPr txBox="1"/>
          <p:nvPr/>
        </p:nvSpPr>
        <p:spPr>
          <a:xfrm>
            <a:off x="822960" y="5943600"/>
            <a:ext cx="4114800" cy="274320"/>
          </a:xfrm>
          <a:prstGeom prst="rect">
            <a:avLst/>
          </a:prstGeom>
          <a:noFill/>
          <a:ln/>
        </p:spPr>
        <p:txBody>
          <a:bodyPr wrap="square" lIns="0" tIns="0" rIns="0" bIns="0" rtlCol="0" anchor="ctr"/>
          <a:lstStyle/>
          <a:p>
            <a:pPr algn="ctr" indent="0" marL="0">
              <a:buNone/>
            </a:pPr>
            <a:r>
              <a:rPr lang="en-US" sz="1100" dirty="0">
                <a:solidFill>
                  <a:srgbClr val="6B6778"/>
                </a:solidFill>
                <a:latin typeface="Malgun Gothic" pitchFamily="34" charset="0"/>
                <a:ea typeface="Malgun Gothic" pitchFamily="34" charset="-122"/>
                <a:cs typeface="Malgun Gothic" pitchFamily="34" charset="-120"/>
              </a:rPr>
              <a:t>북 (아래)</a:t>
            </a:r>
            <a:endParaRPr lang="en-US" sz="11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852160" y="1783080"/>
          <a:ext cx="5788152" cy="914400"/>
        </p:xfrm>
        <a:graphic>
          <a:graphicData uri="http://schemas.openxmlformats.org/drawingml/2006/table">
            <a:tbl>
              <a:tblPr/>
              <a:tblGrid>
                <a:gridCol w="1097280"/>
                <a:gridCol w="2340864"/>
                <a:gridCol w="2350008"/>
              </a:tblGrid>
              <a:tr h="548640">
                <a:tc>
                  <a:txBody>
                    <a:bodyPr/>
                    <a:lstStyle/>
                    <a:p>
                      <a:pPr algn="ctr" indent="0" marL="0">
                        <a:buNone/>
                      </a:pPr>
                      <a:endParaRPr lang="en-US" sz="1500" dirty="0">
                        <a:latin typeface="Malgun Gothic" charset="0"/>
                        <a:ea typeface="Malgun Gothic" charset="0"/>
                        <a:cs typeface="Malgun Gothic" charset="0"/>
                      </a:endParaRPr>
                    </a:p>
                  </a:txBody>
                  <a:tcPr marL="91440" marR="91440" marT="45720" marB="45720"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1D1C24"/>
                    </a:solidFill>
                  </a:tcPr>
                </a:tc>
                <a:tc>
                  <a:txBody>
                    <a:bodyPr/>
                    <a:lstStyle/>
                    <a:p>
                      <a:pPr algn="l" indent="0" marL="0">
                        <a:buNone/>
                      </a:pPr>
                      <a:r>
                        <a:rPr lang="en-US" sz="1500" b="1" dirty="0">
                          <a:solidFill>
                            <a:srgbClr val="FFFFFF"/>
                          </a:solidFill>
                          <a:latin typeface="Malgun Gothic" pitchFamily="34" charset="0"/>
                          <a:ea typeface="Malgun Gothic" pitchFamily="34" charset="-122"/>
                          <a:cs typeface="Malgun Gothic" pitchFamily="34" charset="-120"/>
                        </a:rPr>
                        <a:t>하도</a:t>
                      </a:r>
                      <a:endParaRPr lang="en-US" sz="1500" dirty="0">
                        <a:latin typeface="Malgun Gothic" charset="0"/>
                        <a:ea typeface="Malgun Gothic" charset="0"/>
                        <a:cs typeface="Malgun Gothic" charset="0"/>
                      </a:endParaRPr>
                    </a:p>
                  </a:txBody>
                  <a:tcPr marL="91440" marR="91440" marT="45720" marB="45720"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1D1C24"/>
                    </a:solidFill>
                  </a:tcPr>
                </a:tc>
                <a:tc>
                  <a:txBody>
                    <a:bodyPr/>
                    <a:lstStyle/>
                    <a:p>
                      <a:pPr algn="l" indent="0" marL="0">
                        <a:buNone/>
                      </a:pPr>
                      <a:r>
                        <a:rPr lang="en-US" sz="1500" b="1" dirty="0">
                          <a:solidFill>
                            <a:srgbClr val="FFFFFF"/>
                          </a:solidFill>
                          <a:latin typeface="Malgun Gothic" pitchFamily="34" charset="0"/>
                          <a:ea typeface="Malgun Gothic" pitchFamily="34" charset="-122"/>
                          <a:cs typeface="Malgun Gothic" pitchFamily="34" charset="-120"/>
                        </a:rPr>
                        <a:t>낙서</a:t>
                      </a:r>
                      <a:endParaRPr lang="en-US" sz="1500" dirty="0">
                        <a:latin typeface="Malgun Gothic" charset="0"/>
                        <a:ea typeface="Malgun Gothic" charset="0"/>
                        <a:cs typeface="Malgun Gothic" charset="0"/>
                      </a:endParaRPr>
                    </a:p>
                  </a:txBody>
                  <a:tcPr marL="91440" marR="91440" marT="45720" marB="45720"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1D1C24"/>
                    </a:solidFill>
                  </a:tcPr>
                </a:tc>
              </a:tr>
              <a:tr h="548640">
                <a:tc>
                  <a:txBody>
                    <a:bodyPr/>
                    <a:lstStyle/>
                    <a:p>
                      <a:pPr algn="ctr" indent="0" marL="0">
                        <a:buNone/>
                      </a:pPr>
                      <a:r>
                        <a:rPr lang="en-US" sz="1500" b="1" dirty="0">
                          <a:solidFill>
                            <a:srgbClr val="22212A"/>
                          </a:solidFill>
                          <a:latin typeface="Malgun Gothic" pitchFamily="34" charset="0"/>
                          <a:ea typeface="Malgun Gothic" pitchFamily="34" charset="-122"/>
                          <a:cs typeface="Malgun Gothic" pitchFamily="34" charset="-120"/>
                        </a:rPr>
                        <a:t>상징</a:t>
                      </a:r>
                      <a:endParaRPr lang="en-US" sz="1500" dirty="0">
                        <a:latin typeface="Malgun Gothic" charset="0"/>
                        <a:ea typeface="Malgun Gothic" charset="0"/>
                        <a:cs typeface="Malgun Gothic" charset="0"/>
                      </a:endParaRPr>
                    </a:p>
                  </a:txBody>
                  <a:tcPr marL="91440" marR="91440" marT="45720" marB="45720"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500" dirty="0">
                          <a:solidFill>
                            <a:srgbClr val="22212A"/>
                          </a:solidFill>
                          <a:latin typeface="Malgun Gothic" pitchFamily="34" charset="0"/>
                          <a:ea typeface="Malgun Gothic" pitchFamily="34" charset="-122"/>
                          <a:cs typeface="Malgun Gothic" pitchFamily="34" charset="-120"/>
                        </a:rPr>
                        <a:t>용마 (상상의 동물)</a:t>
                      </a:r>
                      <a:endParaRPr lang="en-US" sz="1500" dirty="0">
                        <a:latin typeface="Malgun Gothic" charset="0"/>
                        <a:ea typeface="Malgun Gothic" charset="0"/>
                        <a:cs typeface="Malgun Gothic" charset="0"/>
                      </a:endParaRPr>
                    </a:p>
                  </a:txBody>
                  <a:tcPr marL="91440" marR="91440" marT="45720" marB="45720"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500" dirty="0">
                          <a:solidFill>
                            <a:srgbClr val="22212A"/>
                          </a:solidFill>
                          <a:latin typeface="Malgun Gothic" pitchFamily="34" charset="0"/>
                          <a:ea typeface="Malgun Gothic" pitchFamily="34" charset="-122"/>
                          <a:cs typeface="Malgun Gothic" pitchFamily="34" charset="-120"/>
                        </a:rPr>
                        <a:t>거북 (실제 동물)</a:t>
                      </a:r>
                      <a:endParaRPr lang="en-US" sz="1500" dirty="0">
                        <a:latin typeface="Malgun Gothic" charset="0"/>
                        <a:ea typeface="Malgun Gothic" charset="0"/>
                        <a:cs typeface="Malgun Gothic" charset="0"/>
                      </a:endParaRPr>
                    </a:p>
                  </a:txBody>
                  <a:tcPr marL="91440" marR="91440" marT="45720" marB="45720"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r>
              <a:tr h="548640">
                <a:tc>
                  <a:txBody>
                    <a:bodyPr/>
                    <a:lstStyle/>
                    <a:p>
                      <a:pPr algn="ctr" indent="0" marL="0">
                        <a:buNone/>
                      </a:pPr>
                      <a:r>
                        <a:rPr lang="en-US" sz="1500" b="1" dirty="0">
                          <a:solidFill>
                            <a:srgbClr val="22212A"/>
                          </a:solidFill>
                          <a:latin typeface="Malgun Gothic" pitchFamily="34" charset="0"/>
                          <a:ea typeface="Malgun Gothic" pitchFamily="34" charset="-122"/>
                          <a:cs typeface="Malgun Gothic" pitchFamily="34" charset="-120"/>
                        </a:rPr>
                        <a:t>세계</a:t>
                      </a:r>
                      <a:endParaRPr lang="en-US" sz="1500" dirty="0">
                        <a:latin typeface="Malgun Gothic" charset="0"/>
                        <a:ea typeface="Malgun Gothic" charset="0"/>
                        <a:cs typeface="Malgun Gothic" charset="0"/>
                      </a:endParaRPr>
                    </a:p>
                  </a:txBody>
                  <a:tcPr marL="91440" marR="91440" marT="45720" marB="45720"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2212A"/>
                          </a:solidFill>
                          <a:latin typeface="Malgun Gothic" pitchFamily="34" charset="0"/>
                          <a:ea typeface="Malgun Gothic" pitchFamily="34" charset="-122"/>
                          <a:cs typeface="Malgun Gothic" pitchFamily="34" charset="-120"/>
                        </a:rPr>
                        <a:t>형이상학적 이상 세계</a:t>
                      </a:r>
                      <a:endParaRPr lang="en-US" sz="1500" dirty="0">
                        <a:latin typeface="Malgun Gothic" charset="0"/>
                        <a:ea typeface="Malgun Gothic" charset="0"/>
                        <a:cs typeface="Malgun Gothic" charset="0"/>
                      </a:endParaRPr>
                    </a:p>
                  </a:txBody>
                  <a:tcPr marL="91440" marR="91440" marT="45720" marB="45720"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2212A"/>
                          </a:solidFill>
                          <a:latin typeface="Malgun Gothic" pitchFamily="34" charset="0"/>
                          <a:ea typeface="Malgun Gothic" pitchFamily="34" charset="-122"/>
                          <a:cs typeface="Malgun Gothic" pitchFamily="34" charset="-120"/>
                        </a:rPr>
                        <a:t>형이하학적 현실 세계</a:t>
                      </a:r>
                      <a:endParaRPr lang="en-US" sz="1500" dirty="0">
                        <a:latin typeface="Malgun Gothic" charset="0"/>
                        <a:ea typeface="Malgun Gothic" charset="0"/>
                        <a:cs typeface="Malgun Gothic" charset="0"/>
                      </a:endParaRPr>
                    </a:p>
                  </a:txBody>
                  <a:tcPr marL="91440" marR="91440" marT="45720" marB="45720"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r>
              <a:tr h="548640">
                <a:tc>
                  <a:txBody>
                    <a:bodyPr/>
                    <a:lstStyle/>
                    <a:p>
                      <a:pPr algn="ctr" indent="0" marL="0">
                        <a:buNone/>
                      </a:pPr>
                      <a:r>
                        <a:rPr lang="en-US" sz="1500" b="1" dirty="0">
                          <a:solidFill>
                            <a:srgbClr val="22212A"/>
                          </a:solidFill>
                          <a:latin typeface="Malgun Gothic" pitchFamily="34" charset="0"/>
                          <a:ea typeface="Malgun Gothic" pitchFamily="34" charset="-122"/>
                          <a:cs typeface="Malgun Gothic" pitchFamily="34" charset="-120"/>
                        </a:rPr>
                        <a:t>수</a:t>
                      </a:r>
                      <a:endParaRPr lang="en-US" sz="1500" dirty="0">
                        <a:latin typeface="Malgun Gothic" charset="0"/>
                        <a:ea typeface="Malgun Gothic" charset="0"/>
                        <a:cs typeface="Malgun Gothic" charset="0"/>
                      </a:endParaRPr>
                    </a:p>
                  </a:txBody>
                  <a:tcPr marL="91440" marR="91440" marT="45720" marB="45720"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500" dirty="0">
                          <a:solidFill>
                            <a:srgbClr val="22212A"/>
                          </a:solidFill>
                          <a:latin typeface="Malgun Gothic" pitchFamily="34" charset="0"/>
                          <a:ea typeface="Malgun Gothic" pitchFamily="34" charset="-122"/>
                          <a:cs typeface="Malgun Gothic" pitchFamily="34" charset="-120"/>
                        </a:rPr>
                        <a:t>1 ~ 10</a:t>
                      </a:r>
                      <a:endParaRPr lang="en-US" sz="1500" dirty="0">
                        <a:latin typeface="Malgun Gothic" charset="0"/>
                        <a:ea typeface="Malgun Gothic" charset="0"/>
                        <a:cs typeface="Malgun Gothic" charset="0"/>
                      </a:endParaRPr>
                    </a:p>
                  </a:txBody>
                  <a:tcPr marL="91440" marR="91440" marT="45720" marB="45720"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500" dirty="0">
                          <a:solidFill>
                            <a:srgbClr val="22212A"/>
                          </a:solidFill>
                          <a:latin typeface="Malgun Gothic" pitchFamily="34" charset="0"/>
                          <a:ea typeface="Malgun Gothic" pitchFamily="34" charset="-122"/>
                          <a:cs typeface="Malgun Gothic" pitchFamily="34" charset="-120"/>
                        </a:rPr>
                        <a:t>1 ~ 9</a:t>
                      </a:r>
                      <a:endParaRPr lang="en-US" sz="1500" dirty="0">
                        <a:latin typeface="Malgun Gothic" charset="0"/>
                        <a:ea typeface="Malgun Gothic" charset="0"/>
                        <a:cs typeface="Malgun Gothic" charset="0"/>
                      </a:endParaRPr>
                    </a:p>
                  </a:txBody>
                  <a:tcPr marL="91440" marR="91440" marT="45720" marB="45720"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r>
              <a:tr h="548640">
                <a:tc>
                  <a:txBody>
                    <a:bodyPr/>
                    <a:lstStyle/>
                    <a:p>
                      <a:pPr algn="ctr" indent="0" marL="0">
                        <a:buNone/>
                      </a:pPr>
                      <a:r>
                        <a:rPr lang="en-US" sz="1500" b="1" dirty="0">
                          <a:solidFill>
                            <a:srgbClr val="22212A"/>
                          </a:solidFill>
                          <a:latin typeface="Malgun Gothic" pitchFamily="34" charset="0"/>
                          <a:ea typeface="Malgun Gothic" pitchFamily="34" charset="-122"/>
                          <a:cs typeface="Malgun Gothic" pitchFamily="34" charset="-120"/>
                        </a:rPr>
                        <a:t>원리</a:t>
                      </a:r>
                      <a:endParaRPr lang="en-US" sz="1500" dirty="0">
                        <a:latin typeface="Malgun Gothic" charset="0"/>
                        <a:ea typeface="Malgun Gothic" charset="0"/>
                        <a:cs typeface="Malgun Gothic" charset="0"/>
                      </a:endParaRPr>
                    </a:p>
                  </a:txBody>
                  <a:tcPr marL="91440" marR="91440" marT="45720" marB="45720"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2212A"/>
                          </a:solidFill>
                          <a:latin typeface="Malgun Gothic" pitchFamily="34" charset="0"/>
                          <a:ea typeface="Malgun Gothic" pitchFamily="34" charset="-122"/>
                          <a:cs typeface="Malgun Gothic" pitchFamily="34" charset="-120"/>
                        </a:rPr>
                        <a:t>생성 · 상생</a:t>
                      </a:r>
                      <a:endParaRPr lang="en-US" sz="1500" dirty="0">
                        <a:latin typeface="Malgun Gothic" charset="0"/>
                        <a:ea typeface="Malgun Gothic" charset="0"/>
                        <a:cs typeface="Malgun Gothic" charset="0"/>
                      </a:endParaRPr>
                    </a:p>
                  </a:txBody>
                  <a:tcPr marL="91440" marR="91440" marT="45720" marB="45720"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2212A"/>
                          </a:solidFill>
                          <a:latin typeface="Malgun Gothic" pitchFamily="34" charset="0"/>
                          <a:ea typeface="Malgun Gothic" pitchFamily="34" charset="-122"/>
                          <a:cs typeface="Malgun Gothic" pitchFamily="34" charset="-120"/>
                        </a:rPr>
                        <a:t>발전 · 상극</a:t>
                      </a:r>
                      <a:endParaRPr lang="en-US" sz="1500" dirty="0">
                        <a:latin typeface="Malgun Gothic" charset="0"/>
                        <a:ea typeface="Malgun Gothic" charset="0"/>
                        <a:cs typeface="Malgun Gothic" charset="0"/>
                      </a:endParaRPr>
                    </a:p>
                  </a:txBody>
                  <a:tcPr marL="91440" marR="91440" marT="45720" marB="45720"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r>
            </a:tbl>
          </a:graphicData>
        </a:graphic>
      </p:graphicFrame>
      <p:sp>
        <p:nvSpPr>
          <p:cNvPr id="34" name="Text 31"/>
          <p:cNvSpPr txBox="1"/>
          <p:nvPr/>
        </p:nvSpPr>
        <p:spPr>
          <a:xfrm>
            <a:off x="5852160" y="4800600"/>
            <a:ext cx="5788152" cy="822960"/>
          </a:xfrm>
          <a:prstGeom prst="rect">
            <a:avLst/>
          </a:prstGeom>
          <a:noFill/>
          <a:ln/>
        </p:spPr>
        <p:txBody>
          <a:bodyPr wrap="square" lIns="0" tIns="0" rIns="0" bIns="0" rtlCol="0" anchor="t"/>
          <a:lstStyle/>
          <a:p>
            <a:pPr indent="0" marL="0">
              <a:buNone/>
            </a:pPr>
            <a:r>
              <a:rPr lang="en-US" sz="1300" dirty="0">
                <a:solidFill>
                  <a:srgbClr val="6B6778"/>
                </a:solidFill>
                <a:latin typeface="Malgun Gothic" pitchFamily="34" charset="0"/>
                <a:ea typeface="Malgun Gothic" pitchFamily="34" charset="-122"/>
                <a:cs typeface="Malgun Gothic" pitchFamily="34" charset="-120"/>
              </a:rPr>
              <a:t>가로·세로·대각선의 합이 모두 15인 마방진</a:t>
            </a:r>
            <a:endParaRPr lang="en-US" sz="1300" dirty="0"/>
          </a:p>
          <a:p>
            <a:pPr indent="0" marL="0">
              <a:buNone/>
            </a:pPr>
            <a:r>
              <a:rPr lang="en-US" sz="1300" dirty="0">
                <a:solidFill>
                  <a:srgbClr val="6B6778"/>
                </a:solidFill>
                <a:latin typeface="Malgun Gothic" pitchFamily="34" charset="0"/>
                <a:ea typeface="Malgun Gothic" pitchFamily="34" charset="-122"/>
                <a:cs typeface="Malgun Gothic" pitchFamily="34" charset="-120"/>
              </a:rPr>
              <a:t>하나라 우왕이 낙수(洛水)의 거북에게서 받았다고 전함</a:t>
            </a:r>
            <a:endParaRPr lang="en-US" sz="1300" dirty="0"/>
          </a:p>
        </p:txBody>
      </p:sp>
      <p:sp>
        <p:nvSpPr>
          <p:cNvPr id="35" name="Text 32"/>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rgbClr val="6B6778"/>
                </a:solidFill>
                <a:latin typeface="Malgun Gothic" pitchFamily="34" charset="0"/>
                <a:ea typeface="Malgun Gothic" pitchFamily="34" charset="-122"/>
                <a:cs typeface="Malgun Gothic" pitchFamily="34" charset="-120"/>
              </a:rPr>
              <a:t>의명보감 1 기초편 · 제1장 창조와 음양오행</a:t>
            </a:r>
            <a:endParaRPr lang="en-US" sz="1000" dirty="0"/>
          </a:p>
        </p:txBody>
      </p:sp>
      <p:sp>
        <p:nvSpPr>
          <p:cNvPr id="36" name="Text 33"/>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6B6778"/>
                </a:solidFill>
                <a:latin typeface="Malgun Gothic" pitchFamily="34" charset="0"/>
                <a:ea typeface="Malgun Gothic" pitchFamily="34" charset="-122"/>
                <a:cs typeface="Malgun Gothic"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320040"/>
          </a:xfrm>
          <a:prstGeom prst="rect">
            <a:avLst/>
          </a:prstGeom>
          <a:noFill/>
          <a:ln/>
        </p:spPr>
        <p:txBody>
          <a:bodyPr wrap="square" lIns="0" tIns="0" rIns="0" bIns="0" rtlCol="0" anchor="ctr"/>
          <a:lstStyle/>
          <a:p>
            <a:pPr indent="0" marL="0">
              <a:buNone/>
            </a:pPr>
            <a:r>
              <a:rPr lang="en-US" sz="1300" b="1" dirty="0">
                <a:solidFill>
                  <a:srgbClr val="B23A2E"/>
                </a:solidFill>
                <a:latin typeface="Malgun Gothic" pitchFamily="34" charset="0"/>
                <a:ea typeface="Malgun Gothic" pitchFamily="34" charset="-122"/>
                <a:cs typeface="Malgun Gothic" pitchFamily="34" charset="-120"/>
              </a:rPr>
              <a:t>04 창조와 역(易)</a:t>
            </a:r>
            <a:endParaRPr lang="en-US" sz="1300" dirty="0"/>
          </a:p>
        </p:txBody>
      </p:sp>
      <p:sp>
        <p:nvSpPr>
          <p:cNvPr id="3" name="Text 1"/>
          <p:cNvSpPr txBox="1"/>
          <p:nvPr/>
        </p:nvSpPr>
        <p:spPr>
          <a:xfrm>
            <a:off x="548640" y="658368"/>
            <a:ext cx="11094415" cy="685800"/>
          </a:xfrm>
          <a:prstGeom prst="rect">
            <a:avLst/>
          </a:prstGeom>
          <a:noFill/>
          <a:ln/>
        </p:spPr>
        <p:txBody>
          <a:bodyPr wrap="square" lIns="0" tIns="0" rIns="0" bIns="0" rtlCol="0" anchor="ctr"/>
          <a:lstStyle/>
          <a:p>
            <a:pPr indent="0" marL="0">
              <a:buNone/>
            </a:pPr>
            <a:r>
              <a:rPr lang="en-US" sz="3000" b="1" dirty="0">
                <a:solidFill>
                  <a:srgbClr val="22212A"/>
                </a:solidFill>
                <a:latin typeface="Malgun Gothic" pitchFamily="34" charset="0"/>
                <a:ea typeface="Malgun Gothic" pitchFamily="34" charset="-122"/>
                <a:cs typeface="Malgun Gothic" pitchFamily="34" charset="-120"/>
              </a:rPr>
              <a:t>易有太極 是生兩儀 — 역(易)의 분화</a:t>
            </a:r>
            <a:endParaRPr lang="en-US" sz="3000" dirty="0"/>
          </a:p>
        </p:txBody>
      </p:sp>
      <p:sp>
        <p:nvSpPr>
          <p:cNvPr id="4" name="Shape 2"/>
          <p:cNvSpPr/>
          <p:nvPr/>
        </p:nvSpPr>
        <p:spPr>
          <a:xfrm>
            <a:off x="899130" y="1828800"/>
            <a:ext cx="1188720" cy="1188720"/>
          </a:xfrm>
          <a:prstGeom prst="ellipse">
            <a:avLst/>
          </a:prstGeom>
          <a:solidFill>
            <a:srgbClr val="1D1C24"/>
          </a:solidFill>
          <a:ln w="12700">
            <a:solidFill>
              <a:srgbClr val="1D1C24"/>
            </a:solidFill>
            <a:prstDash val="solid"/>
          </a:ln>
        </p:spPr>
      </p:sp>
      <p:sp>
        <p:nvSpPr>
          <p:cNvPr id="5" name="Text 3"/>
          <p:cNvSpPr txBox="1"/>
          <p:nvPr/>
        </p:nvSpPr>
        <p:spPr>
          <a:xfrm>
            <a:off x="899130" y="1828800"/>
            <a:ext cx="1188720" cy="1188720"/>
          </a:xfrm>
          <a:prstGeom prst="rect">
            <a:avLst/>
          </a:prstGeom>
          <a:noFill/>
          <a:ln/>
        </p:spPr>
        <p:txBody>
          <a:bodyPr wrap="square" lIns="0" tIns="0" rIns="0" bIns="0" rtlCol="0" anchor="ctr"/>
          <a:lstStyle/>
          <a:p>
            <a:pPr algn="ctr" indent="0" marL="0">
              <a:buNone/>
            </a:pPr>
            <a:r>
              <a:rPr lang="en-US" sz="2400" b="1" dirty="0">
                <a:solidFill>
                  <a:srgbClr val="FFFFFF"/>
                </a:solidFill>
                <a:latin typeface="Malgun Gothic" pitchFamily="34" charset="0"/>
                <a:ea typeface="Malgun Gothic" pitchFamily="34" charset="-122"/>
                <a:cs typeface="Malgun Gothic" pitchFamily="34" charset="-120"/>
              </a:rPr>
              <a:t>太極</a:t>
            </a:r>
            <a:endParaRPr lang="en-US" sz="2400" dirty="0"/>
          </a:p>
        </p:txBody>
      </p:sp>
      <p:sp>
        <p:nvSpPr>
          <p:cNvPr id="6" name="Shape 4"/>
          <p:cNvSpPr/>
          <p:nvPr/>
        </p:nvSpPr>
        <p:spPr>
          <a:xfrm rot="5400000">
            <a:off x="2534351" y="2295144"/>
            <a:ext cx="256032" cy="256032"/>
          </a:xfrm>
          <a:prstGeom prst="triangle">
            <a:avLst/>
          </a:prstGeom>
          <a:solidFill>
            <a:srgbClr val="D9D5E0"/>
          </a:solidFill>
          <a:ln w="12700">
            <a:solidFill>
              <a:srgbClr val="D9D5E0"/>
            </a:solidFill>
            <a:prstDash val="solid"/>
          </a:ln>
        </p:spPr>
      </p:sp>
      <p:sp>
        <p:nvSpPr>
          <p:cNvPr id="7" name="Text 5"/>
          <p:cNvSpPr txBox="1"/>
          <p:nvPr/>
        </p:nvSpPr>
        <p:spPr>
          <a:xfrm>
            <a:off x="548640" y="3200400"/>
            <a:ext cx="1889699" cy="457200"/>
          </a:xfrm>
          <a:prstGeom prst="rect">
            <a:avLst/>
          </a:prstGeom>
          <a:noFill/>
          <a:ln/>
        </p:spPr>
        <p:txBody>
          <a:bodyPr wrap="square" lIns="0" tIns="0" rIns="0" bIns="0" rtlCol="0" anchor="ctr"/>
          <a:lstStyle/>
          <a:p>
            <a:pPr algn="ctr" indent="0" marL="0">
              <a:buNone/>
            </a:pPr>
            <a:r>
              <a:rPr lang="en-US" sz="1900" b="1" dirty="0">
                <a:solidFill>
                  <a:srgbClr val="22212A"/>
                </a:solidFill>
                <a:latin typeface="Malgun Gothic" pitchFamily="34" charset="0"/>
                <a:ea typeface="Malgun Gothic" pitchFamily="34" charset="-122"/>
                <a:cs typeface="Malgun Gothic" pitchFamily="34" charset="-120"/>
              </a:rPr>
              <a:t>태극</a:t>
            </a:r>
            <a:endParaRPr lang="en-US" sz="1900" dirty="0"/>
          </a:p>
        </p:txBody>
      </p:sp>
      <p:sp>
        <p:nvSpPr>
          <p:cNvPr id="8" name="Text 6"/>
          <p:cNvSpPr txBox="1"/>
          <p:nvPr/>
        </p:nvSpPr>
        <p:spPr>
          <a:xfrm>
            <a:off x="548640" y="3675888"/>
            <a:ext cx="1889699" cy="1828800"/>
          </a:xfrm>
          <a:prstGeom prst="rect">
            <a:avLst/>
          </a:prstGeom>
          <a:noFill/>
          <a:ln/>
        </p:spPr>
        <p:txBody>
          <a:bodyPr wrap="square" lIns="0" tIns="0" rIns="0" bIns="0" rtlCol="0" anchor="t"/>
          <a:lstStyle/>
          <a:p>
            <a:pPr algn="ctr" indent="0" marL="0">
              <a:buNone/>
            </a:pPr>
            <a:r>
              <a:rPr lang="en-US" sz="1500" dirty="0">
                <a:solidFill>
                  <a:srgbClr val="6B6778"/>
                </a:solidFill>
                <a:latin typeface="Malgun Gothic" pitchFamily="34" charset="0"/>
                <a:ea typeface="Malgun Gothic" pitchFamily="34" charset="-122"/>
                <a:cs typeface="Malgun Gothic" pitchFamily="34" charset="-120"/>
              </a:rPr>
              <a:t>易 = 日(陽) + 月(陰)</a:t>
            </a:r>
            <a:endParaRPr lang="en-US" sz="1500" dirty="0"/>
          </a:p>
        </p:txBody>
      </p:sp>
      <p:sp>
        <p:nvSpPr>
          <p:cNvPr id="9" name="Shape 7"/>
          <p:cNvSpPr/>
          <p:nvPr/>
        </p:nvSpPr>
        <p:spPr>
          <a:xfrm>
            <a:off x="3200309" y="1828800"/>
            <a:ext cx="1188720" cy="1188720"/>
          </a:xfrm>
          <a:prstGeom prst="ellipse">
            <a:avLst/>
          </a:prstGeom>
          <a:solidFill>
            <a:srgbClr val="B23A2E"/>
          </a:solidFill>
          <a:ln w="12700">
            <a:solidFill>
              <a:srgbClr val="B23A2E"/>
            </a:solidFill>
            <a:prstDash val="solid"/>
          </a:ln>
        </p:spPr>
      </p:sp>
      <p:sp>
        <p:nvSpPr>
          <p:cNvPr id="10" name="Text 8"/>
          <p:cNvSpPr txBox="1"/>
          <p:nvPr/>
        </p:nvSpPr>
        <p:spPr>
          <a:xfrm>
            <a:off x="3200309" y="1828800"/>
            <a:ext cx="1188720" cy="1188720"/>
          </a:xfrm>
          <a:prstGeom prst="rect">
            <a:avLst/>
          </a:prstGeom>
          <a:noFill/>
          <a:ln/>
        </p:spPr>
        <p:txBody>
          <a:bodyPr wrap="square" lIns="0" tIns="0" rIns="0" bIns="0" rtlCol="0" anchor="ctr"/>
          <a:lstStyle/>
          <a:p>
            <a:pPr algn="ctr" indent="0" marL="0">
              <a:buNone/>
            </a:pPr>
            <a:r>
              <a:rPr lang="en-US" sz="4000" b="1" dirty="0">
                <a:solidFill>
                  <a:srgbClr val="FFFFFF"/>
                </a:solidFill>
                <a:latin typeface="Malgun Gothic" pitchFamily="34" charset="0"/>
                <a:ea typeface="Malgun Gothic" pitchFamily="34" charset="-122"/>
                <a:cs typeface="Malgun Gothic" pitchFamily="34" charset="-120"/>
              </a:rPr>
              <a:t>2</a:t>
            </a:r>
            <a:endParaRPr lang="en-US" sz="4000" dirty="0"/>
          </a:p>
        </p:txBody>
      </p:sp>
      <p:sp>
        <p:nvSpPr>
          <p:cNvPr id="11" name="Shape 9"/>
          <p:cNvSpPr/>
          <p:nvPr/>
        </p:nvSpPr>
        <p:spPr>
          <a:xfrm rot="5400000">
            <a:off x="4835530" y="2295144"/>
            <a:ext cx="256032" cy="256032"/>
          </a:xfrm>
          <a:prstGeom prst="triangle">
            <a:avLst/>
          </a:prstGeom>
          <a:solidFill>
            <a:srgbClr val="D9D5E0"/>
          </a:solidFill>
          <a:ln w="12700">
            <a:solidFill>
              <a:srgbClr val="D9D5E0"/>
            </a:solidFill>
            <a:prstDash val="solid"/>
          </a:ln>
        </p:spPr>
      </p:sp>
      <p:sp>
        <p:nvSpPr>
          <p:cNvPr id="12" name="Text 10"/>
          <p:cNvSpPr txBox="1"/>
          <p:nvPr/>
        </p:nvSpPr>
        <p:spPr>
          <a:xfrm>
            <a:off x="2849819" y="3200400"/>
            <a:ext cx="1889699" cy="457200"/>
          </a:xfrm>
          <a:prstGeom prst="rect">
            <a:avLst/>
          </a:prstGeom>
          <a:noFill/>
          <a:ln/>
        </p:spPr>
        <p:txBody>
          <a:bodyPr wrap="square" lIns="0" tIns="0" rIns="0" bIns="0" rtlCol="0" anchor="ctr"/>
          <a:lstStyle/>
          <a:p>
            <a:pPr algn="ctr" indent="0" marL="0">
              <a:buNone/>
            </a:pPr>
            <a:r>
              <a:rPr lang="en-US" sz="1900" b="1" dirty="0">
                <a:solidFill>
                  <a:srgbClr val="22212A"/>
                </a:solidFill>
                <a:latin typeface="Malgun Gothic" pitchFamily="34" charset="0"/>
                <a:ea typeface="Malgun Gothic" pitchFamily="34" charset="-122"/>
                <a:cs typeface="Malgun Gothic" pitchFamily="34" charset="-120"/>
              </a:rPr>
              <a:t>양의(兩儀)</a:t>
            </a:r>
            <a:endParaRPr lang="en-US" sz="1900" dirty="0"/>
          </a:p>
        </p:txBody>
      </p:sp>
      <p:sp>
        <p:nvSpPr>
          <p:cNvPr id="13" name="Text 11"/>
          <p:cNvSpPr txBox="1"/>
          <p:nvPr/>
        </p:nvSpPr>
        <p:spPr>
          <a:xfrm>
            <a:off x="2849819" y="3675888"/>
            <a:ext cx="1889699" cy="1828800"/>
          </a:xfrm>
          <a:prstGeom prst="rect">
            <a:avLst/>
          </a:prstGeom>
          <a:noFill/>
          <a:ln/>
        </p:spPr>
        <p:txBody>
          <a:bodyPr wrap="square" lIns="0" tIns="0" rIns="0" bIns="0" rtlCol="0" anchor="t"/>
          <a:lstStyle/>
          <a:p>
            <a:pPr algn="ctr" indent="0" marL="0">
              <a:buNone/>
            </a:pPr>
            <a:r>
              <a:rPr lang="en-US" sz="1500" dirty="0">
                <a:solidFill>
                  <a:srgbClr val="6B6778"/>
                </a:solidFill>
                <a:latin typeface="Malgun Gothic" pitchFamily="34" charset="0"/>
                <a:ea typeface="Malgun Gothic" pitchFamily="34" charset="-122"/>
                <a:cs typeface="Malgun Gothic" pitchFamily="34" charset="-120"/>
              </a:rPr>
              <a:t>陽: 밝음·불·하늘·남자</a:t>
            </a:r>
            <a:endParaRPr lang="en-US" sz="1500" dirty="0"/>
          </a:p>
          <a:p>
            <a:pPr algn="ctr" indent="0" marL="0">
              <a:buNone/>
            </a:pPr>
            <a:r>
              <a:rPr lang="en-US" sz="1500" dirty="0">
                <a:solidFill>
                  <a:srgbClr val="6B6778"/>
                </a:solidFill>
                <a:latin typeface="Malgun Gothic" pitchFamily="34" charset="0"/>
                <a:ea typeface="Malgun Gothic" pitchFamily="34" charset="-122"/>
                <a:cs typeface="Malgun Gothic" pitchFamily="34" charset="-120"/>
              </a:rPr>
              <a:t>陰: 어둠·물·땅·여자</a:t>
            </a:r>
            <a:endParaRPr lang="en-US" sz="1500" dirty="0"/>
          </a:p>
        </p:txBody>
      </p:sp>
      <p:sp>
        <p:nvSpPr>
          <p:cNvPr id="14" name="Shape 12"/>
          <p:cNvSpPr/>
          <p:nvPr/>
        </p:nvSpPr>
        <p:spPr>
          <a:xfrm>
            <a:off x="5501488" y="1828800"/>
            <a:ext cx="1188720" cy="1188720"/>
          </a:xfrm>
          <a:prstGeom prst="ellipse">
            <a:avLst/>
          </a:prstGeom>
          <a:solidFill>
            <a:srgbClr val="C0392B"/>
          </a:solidFill>
          <a:ln w="12700">
            <a:solidFill>
              <a:srgbClr val="C0392B"/>
            </a:solidFill>
            <a:prstDash val="solid"/>
          </a:ln>
        </p:spPr>
      </p:sp>
      <p:sp>
        <p:nvSpPr>
          <p:cNvPr id="15" name="Text 13"/>
          <p:cNvSpPr txBox="1"/>
          <p:nvPr/>
        </p:nvSpPr>
        <p:spPr>
          <a:xfrm>
            <a:off x="5501488" y="1828800"/>
            <a:ext cx="1188720" cy="1188720"/>
          </a:xfrm>
          <a:prstGeom prst="rect">
            <a:avLst/>
          </a:prstGeom>
          <a:noFill/>
          <a:ln/>
        </p:spPr>
        <p:txBody>
          <a:bodyPr wrap="square" lIns="0" tIns="0" rIns="0" bIns="0" rtlCol="0" anchor="ctr"/>
          <a:lstStyle/>
          <a:p>
            <a:pPr algn="ctr" indent="0" marL="0">
              <a:buNone/>
            </a:pPr>
            <a:r>
              <a:rPr lang="en-US" sz="4000" b="1" dirty="0">
                <a:solidFill>
                  <a:srgbClr val="FFFFFF"/>
                </a:solidFill>
                <a:latin typeface="Malgun Gothic" pitchFamily="34" charset="0"/>
                <a:ea typeface="Malgun Gothic" pitchFamily="34" charset="-122"/>
                <a:cs typeface="Malgun Gothic" pitchFamily="34" charset="-120"/>
              </a:rPr>
              <a:t>4</a:t>
            </a:r>
            <a:endParaRPr lang="en-US" sz="4000" dirty="0"/>
          </a:p>
        </p:txBody>
      </p:sp>
      <p:sp>
        <p:nvSpPr>
          <p:cNvPr id="16" name="Shape 14"/>
          <p:cNvSpPr/>
          <p:nvPr/>
        </p:nvSpPr>
        <p:spPr>
          <a:xfrm rot="5400000">
            <a:off x="7136709" y="2295144"/>
            <a:ext cx="256032" cy="256032"/>
          </a:xfrm>
          <a:prstGeom prst="triangle">
            <a:avLst/>
          </a:prstGeom>
          <a:solidFill>
            <a:srgbClr val="D9D5E0"/>
          </a:solidFill>
          <a:ln w="12700">
            <a:solidFill>
              <a:srgbClr val="D9D5E0"/>
            </a:solidFill>
            <a:prstDash val="solid"/>
          </a:ln>
        </p:spPr>
      </p:sp>
      <p:sp>
        <p:nvSpPr>
          <p:cNvPr id="17" name="Text 15"/>
          <p:cNvSpPr txBox="1"/>
          <p:nvPr/>
        </p:nvSpPr>
        <p:spPr>
          <a:xfrm>
            <a:off x="5150998" y="3200400"/>
            <a:ext cx="1889699" cy="457200"/>
          </a:xfrm>
          <a:prstGeom prst="rect">
            <a:avLst/>
          </a:prstGeom>
          <a:noFill/>
          <a:ln/>
        </p:spPr>
        <p:txBody>
          <a:bodyPr wrap="square" lIns="0" tIns="0" rIns="0" bIns="0" rtlCol="0" anchor="ctr"/>
          <a:lstStyle/>
          <a:p>
            <a:pPr algn="ctr" indent="0" marL="0">
              <a:buNone/>
            </a:pPr>
            <a:r>
              <a:rPr lang="en-US" sz="1900" b="1" dirty="0">
                <a:solidFill>
                  <a:srgbClr val="22212A"/>
                </a:solidFill>
                <a:latin typeface="Malgun Gothic" pitchFamily="34" charset="0"/>
                <a:ea typeface="Malgun Gothic" pitchFamily="34" charset="-122"/>
                <a:cs typeface="Malgun Gothic" pitchFamily="34" charset="-120"/>
              </a:rPr>
              <a:t>사상(四象)</a:t>
            </a:r>
            <a:endParaRPr lang="en-US" sz="1900" dirty="0"/>
          </a:p>
        </p:txBody>
      </p:sp>
      <p:sp>
        <p:nvSpPr>
          <p:cNvPr id="18" name="Text 16"/>
          <p:cNvSpPr txBox="1"/>
          <p:nvPr/>
        </p:nvSpPr>
        <p:spPr>
          <a:xfrm>
            <a:off x="5150998" y="3675888"/>
            <a:ext cx="1889699" cy="1828800"/>
          </a:xfrm>
          <a:prstGeom prst="rect">
            <a:avLst/>
          </a:prstGeom>
          <a:noFill/>
          <a:ln/>
        </p:spPr>
        <p:txBody>
          <a:bodyPr wrap="square" lIns="0" tIns="0" rIns="0" bIns="0" rtlCol="0" anchor="t"/>
          <a:lstStyle/>
          <a:p>
            <a:pPr algn="ctr" indent="0" marL="0">
              <a:buNone/>
            </a:pPr>
            <a:r>
              <a:rPr lang="en-US" sz="1500" dirty="0">
                <a:solidFill>
                  <a:srgbClr val="6B6778"/>
                </a:solidFill>
                <a:latin typeface="Malgun Gothic" pitchFamily="34" charset="0"/>
                <a:ea typeface="Malgun Gothic" pitchFamily="34" charset="-122"/>
                <a:cs typeface="Malgun Gothic" pitchFamily="34" charset="-120"/>
              </a:rPr>
              <a:t>태양·소음·소양·태음</a:t>
            </a:r>
            <a:endParaRPr lang="en-US" sz="1500" dirty="0"/>
          </a:p>
        </p:txBody>
      </p:sp>
      <p:sp>
        <p:nvSpPr>
          <p:cNvPr id="19" name="Shape 17"/>
          <p:cNvSpPr/>
          <p:nvPr/>
        </p:nvSpPr>
        <p:spPr>
          <a:xfrm>
            <a:off x="7802667" y="1828800"/>
            <a:ext cx="1188720" cy="1188720"/>
          </a:xfrm>
          <a:prstGeom prst="ellipse">
            <a:avLst/>
          </a:prstGeom>
          <a:solidFill>
            <a:srgbClr val="B8892A"/>
          </a:solidFill>
          <a:ln w="12700">
            <a:solidFill>
              <a:srgbClr val="B8892A"/>
            </a:solidFill>
            <a:prstDash val="solid"/>
          </a:ln>
        </p:spPr>
      </p:sp>
      <p:sp>
        <p:nvSpPr>
          <p:cNvPr id="20" name="Text 18"/>
          <p:cNvSpPr txBox="1"/>
          <p:nvPr/>
        </p:nvSpPr>
        <p:spPr>
          <a:xfrm>
            <a:off x="7802667" y="1828800"/>
            <a:ext cx="1188720" cy="1188720"/>
          </a:xfrm>
          <a:prstGeom prst="rect">
            <a:avLst/>
          </a:prstGeom>
          <a:noFill/>
          <a:ln/>
        </p:spPr>
        <p:txBody>
          <a:bodyPr wrap="square" lIns="0" tIns="0" rIns="0" bIns="0" rtlCol="0" anchor="ctr"/>
          <a:lstStyle/>
          <a:p>
            <a:pPr algn="ctr" indent="0" marL="0">
              <a:buNone/>
            </a:pPr>
            <a:r>
              <a:rPr lang="en-US" sz="4000" b="1" dirty="0">
                <a:solidFill>
                  <a:srgbClr val="FFFFFF"/>
                </a:solidFill>
                <a:latin typeface="Malgun Gothic" pitchFamily="34" charset="0"/>
                <a:ea typeface="Malgun Gothic" pitchFamily="34" charset="-122"/>
                <a:cs typeface="Malgun Gothic" pitchFamily="34" charset="-120"/>
              </a:rPr>
              <a:t>8</a:t>
            </a:r>
            <a:endParaRPr lang="en-US" sz="4000" dirty="0"/>
          </a:p>
        </p:txBody>
      </p:sp>
      <p:sp>
        <p:nvSpPr>
          <p:cNvPr id="21" name="Shape 19"/>
          <p:cNvSpPr/>
          <p:nvPr/>
        </p:nvSpPr>
        <p:spPr>
          <a:xfrm rot="5400000">
            <a:off x="9437888" y="2295144"/>
            <a:ext cx="256032" cy="256032"/>
          </a:xfrm>
          <a:prstGeom prst="triangle">
            <a:avLst/>
          </a:prstGeom>
          <a:solidFill>
            <a:srgbClr val="D9D5E0"/>
          </a:solidFill>
          <a:ln w="12700">
            <a:solidFill>
              <a:srgbClr val="D9D5E0"/>
            </a:solidFill>
            <a:prstDash val="solid"/>
          </a:ln>
        </p:spPr>
      </p:sp>
      <p:sp>
        <p:nvSpPr>
          <p:cNvPr id="22" name="Text 20"/>
          <p:cNvSpPr txBox="1"/>
          <p:nvPr/>
        </p:nvSpPr>
        <p:spPr>
          <a:xfrm>
            <a:off x="7452177" y="3200400"/>
            <a:ext cx="1889699" cy="457200"/>
          </a:xfrm>
          <a:prstGeom prst="rect">
            <a:avLst/>
          </a:prstGeom>
          <a:noFill/>
          <a:ln/>
        </p:spPr>
        <p:txBody>
          <a:bodyPr wrap="square" lIns="0" tIns="0" rIns="0" bIns="0" rtlCol="0" anchor="ctr"/>
          <a:lstStyle/>
          <a:p>
            <a:pPr algn="ctr" indent="0" marL="0">
              <a:buNone/>
            </a:pPr>
            <a:r>
              <a:rPr lang="en-US" sz="1900" b="1" dirty="0">
                <a:solidFill>
                  <a:srgbClr val="22212A"/>
                </a:solidFill>
                <a:latin typeface="Malgun Gothic" pitchFamily="34" charset="0"/>
                <a:ea typeface="Malgun Gothic" pitchFamily="34" charset="-122"/>
                <a:cs typeface="Malgun Gothic" pitchFamily="34" charset="-120"/>
              </a:rPr>
              <a:t>팔괘(八卦)</a:t>
            </a:r>
            <a:endParaRPr lang="en-US" sz="1900" dirty="0"/>
          </a:p>
        </p:txBody>
      </p:sp>
      <p:sp>
        <p:nvSpPr>
          <p:cNvPr id="23" name="Text 21"/>
          <p:cNvSpPr txBox="1"/>
          <p:nvPr/>
        </p:nvSpPr>
        <p:spPr>
          <a:xfrm>
            <a:off x="7452177" y="3675888"/>
            <a:ext cx="1889699" cy="1828800"/>
          </a:xfrm>
          <a:prstGeom prst="rect">
            <a:avLst/>
          </a:prstGeom>
          <a:noFill/>
          <a:ln/>
        </p:spPr>
        <p:txBody>
          <a:bodyPr wrap="square" lIns="0" tIns="0" rIns="0" bIns="0" rtlCol="0" anchor="t"/>
          <a:lstStyle/>
          <a:p>
            <a:pPr algn="ctr" indent="0" marL="0">
              <a:buNone/>
            </a:pPr>
            <a:r>
              <a:rPr lang="en-US" sz="1500" dirty="0">
                <a:solidFill>
                  <a:srgbClr val="6B6778"/>
                </a:solidFill>
                <a:latin typeface="Malgun Gothic" pitchFamily="34" charset="0"/>
                <a:ea typeface="Malgun Gothic" pitchFamily="34" charset="-122"/>
                <a:cs typeface="Malgun Gothic" pitchFamily="34" charset="-120"/>
              </a:rPr>
              <a:t>건·태·이·진</a:t>
            </a:r>
            <a:endParaRPr lang="en-US" sz="1500" dirty="0"/>
          </a:p>
          <a:p>
            <a:pPr algn="ctr" indent="0" marL="0">
              <a:buNone/>
            </a:pPr>
            <a:r>
              <a:rPr lang="en-US" sz="1500" dirty="0">
                <a:solidFill>
                  <a:srgbClr val="6B6778"/>
                </a:solidFill>
                <a:latin typeface="Malgun Gothic" pitchFamily="34" charset="0"/>
                <a:ea typeface="Malgun Gothic" pitchFamily="34" charset="-122"/>
                <a:cs typeface="Malgun Gothic" pitchFamily="34" charset="-120"/>
              </a:rPr>
              <a:t>손·감·간·곤</a:t>
            </a:r>
            <a:endParaRPr lang="en-US" sz="1500" dirty="0"/>
          </a:p>
        </p:txBody>
      </p:sp>
      <p:sp>
        <p:nvSpPr>
          <p:cNvPr id="24" name="Shape 22"/>
          <p:cNvSpPr/>
          <p:nvPr/>
        </p:nvSpPr>
        <p:spPr>
          <a:xfrm>
            <a:off x="10103846" y="1828800"/>
            <a:ext cx="1188720" cy="1188720"/>
          </a:xfrm>
          <a:prstGeom prst="ellipse">
            <a:avLst/>
          </a:prstGeom>
          <a:solidFill>
            <a:srgbClr val="22406E"/>
          </a:solidFill>
          <a:ln w="12700">
            <a:solidFill>
              <a:srgbClr val="22406E"/>
            </a:solidFill>
            <a:prstDash val="solid"/>
          </a:ln>
        </p:spPr>
      </p:sp>
      <p:sp>
        <p:nvSpPr>
          <p:cNvPr id="25" name="Text 23"/>
          <p:cNvSpPr txBox="1"/>
          <p:nvPr/>
        </p:nvSpPr>
        <p:spPr>
          <a:xfrm>
            <a:off x="10103846" y="1828800"/>
            <a:ext cx="1188720" cy="1188720"/>
          </a:xfrm>
          <a:prstGeom prst="rect">
            <a:avLst/>
          </a:prstGeom>
          <a:noFill/>
          <a:ln/>
        </p:spPr>
        <p:txBody>
          <a:bodyPr wrap="square" lIns="0" tIns="0" rIns="0" bIns="0" rtlCol="0" anchor="ctr"/>
          <a:lstStyle/>
          <a:p>
            <a:pPr algn="ctr" indent="0" marL="0">
              <a:buNone/>
            </a:pPr>
            <a:r>
              <a:rPr lang="en-US" sz="2400" b="1" dirty="0">
                <a:solidFill>
                  <a:srgbClr val="FFFFFF"/>
                </a:solidFill>
                <a:latin typeface="Malgun Gothic" pitchFamily="34" charset="0"/>
                <a:ea typeface="Malgun Gothic" pitchFamily="34" charset="-122"/>
                <a:cs typeface="Malgun Gothic" pitchFamily="34" charset="-120"/>
              </a:rPr>
              <a:t>64</a:t>
            </a:r>
            <a:endParaRPr lang="en-US" sz="2400" dirty="0"/>
          </a:p>
        </p:txBody>
      </p:sp>
      <p:sp>
        <p:nvSpPr>
          <p:cNvPr id="26" name="Text 24"/>
          <p:cNvSpPr txBox="1"/>
          <p:nvPr/>
        </p:nvSpPr>
        <p:spPr>
          <a:xfrm>
            <a:off x="9753356" y="3200400"/>
            <a:ext cx="1889699" cy="457200"/>
          </a:xfrm>
          <a:prstGeom prst="rect">
            <a:avLst/>
          </a:prstGeom>
          <a:noFill/>
          <a:ln/>
        </p:spPr>
        <p:txBody>
          <a:bodyPr wrap="square" lIns="0" tIns="0" rIns="0" bIns="0" rtlCol="0" anchor="ctr"/>
          <a:lstStyle/>
          <a:p>
            <a:pPr algn="ctr" indent="0" marL="0">
              <a:buNone/>
            </a:pPr>
            <a:r>
              <a:rPr lang="en-US" sz="1900" b="1" dirty="0">
                <a:solidFill>
                  <a:srgbClr val="22212A"/>
                </a:solidFill>
                <a:latin typeface="Malgun Gothic" pitchFamily="34" charset="0"/>
                <a:ea typeface="Malgun Gothic" pitchFamily="34" charset="-122"/>
                <a:cs typeface="Malgun Gothic" pitchFamily="34" charset="-120"/>
              </a:rPr>
              <a:t>64괘</a:t>
            </a:r>
            <a:endParaRPr lang="en-US" sz="1900" dirty="0"/>
          </a:p>
        </p:txBody>
      </p:sp>
      <p:sp>
        <p:nvSpPr>
          <p:cNvPr id="27" name="Text 25"/>
          <p:cNvSpPr txBox="1"/>
          <p:nvPr/>
        </p:nvSpPr>
        <p:spPr>
          <a:xfrm>
            <a:off x="9753356" y="3675888"/>
            <a:ext cx="1889699" cy="1828800"/>
          </a:xfrm>
          <a:prstGeom prst="rect">
            <a:avLst/>
          </a:prstGeom>
          <a:noFill/>
          <a:ln/>
        </p:spPr>
        <p:txBody>
          <a:bodyPr wrap="square" lIns="0" tIns="0" rIns="0" bIns="0" rtlCol="0" anchor="t"/>
          <a:lstStyle/>
          <a:p>
            <a:pPr algn="ctr" indent="0" marL="0">
              <a:buNone/>
            </a:pPr>
            <a:r>
              <a:rPr lang="en-US" sz="1500" dirty="0">
                <a:solidFill>
                  <a:srgbClr val="6B6778"/>
                </a:solidFill>
                <a:latin typeface="Malgun Gothic" pitchFamily="34" charset="0"/>
                <a:ea typeface="Malgun Gothic" pitchFamily="34" charset="-122"/>
                <a:cs typeface="Malgun Gothic" pitchFamily="34" charset="-120"/>
              </a:rPr>
              <a:t>팔괘가 서로 만나</a:t>
            </a:r>
            <a:endParaRPr lang="en-US" sz="1500" dirty="0"/>
          </a:p>
          <a:p>
            <a:pPr algn="ctr" indent="0" marL="0">
              <a:buNone/>
            </a:pPr>
            <a:r>
              <a:rPr lang="en-US" sz="1500" dirty="0">
                <a:solidFill>
                  <a:srgbClr val="6B6778"/>
                </a:solidFill>
                <a:latin typeface="Malgun Gothic" pitchFamily="34" charset="0"/>
                <a:ea typeface="Malgun Gothic" pitchFamily="34" charset="-122"/>
                <a:cs typeface="Malgun Gothic" pitchFamily="34" charset="-120"/>
              </a:rPr>
              <a:t>퍼져 나감</a:t>
            </a:r>
            <a:endParaRPr lang="en-US" sz="1500" dirty="0"/>
          </a:p>
        </p:txBody>
      </p:sp>
      <p:sp>
        <p:nvSpPr>
          <p:cNvPr id="28" name="Text 26"/>
          <p:cNvSpPr txBox="1"/>
          <p:nvPr/>
        </p:nvSpPr>
        <p:spPr>
          <a:xfrm>
            <a:off x="548640" y="5577840"/>
            <a:ext cx="11094415" cy="640080"/>
          </a:xfrm>
          <a:prstGeom prst="rect">
            <a:avLst/>
          </a:prstGeom>
          <a:solidFill>
            <a:srgbClr val="F3F1F6"/>
          </a:solidFill>
          <a:ln/>
        </p:spPr>
        <p:txBody>
          <a:bodyPr wrap="square" lIns="0" tIns="0" rIns="0" bIns="0" rtlCol="0" anchor="ctr"/>
          <a:lstStyle/>
          <a:p>
            <a:pPr algn="ctr" indent="0" marL="0">
              <a:buNone/>
            </a:pPr>
            <a:r>
              <a:rPr lang="en-US" sz="1400" b="1" dirty="0">
                <a:solidFill>
                  <a:srgbClr val="22212A"/>
                </a:solidFill>
                <a:latin typeface="Malgun Gothic" pitchFamily="34" charset="0"/>
                <a:ea typeface="Malgun Gothic" pitchFamily="34" charset="-122"/>
                <a:cs typeface="Malgun Gothic" pitchFamily="34" charset="-120"/>
              </a:rPr>
              <a:t>생로병사와 길흉화복도 역의 변화 안에 있다 — 음양을 아는 것은 자신을 거울처럼 들여다보는 것</a:t>
            </a:r>
            <a:endParaRPr lang="en-US" sz="1400" dirty="0"/>
          </a:p>
        </p:txBody>
      </p:sp>
      <p:sp>
        <p:nvSpPr>
          <p:cNvPr id="29" name="Text 27"/>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rgbClr val="6B6778"/>
                </a:solidFill>
                <a:latin typeface="Malgun Gothic" pitchFamily="34" charset="0"/>
                <a:ea typeface="Malgun Gothic" pitchFamily="34" charset="-122"/>
                <a:cs typeface="Malgun Gothic" pitchFamily="34" charset="-120"/>
              </a:rPr>
              <a:t>의명보감 1 기초편 · 제1장 창조와 음양오행</a:t>
            </a:r>
            <a:endParaRPr lang="en-US" sz="1000" dirty="0"/>
          </a:p>
        </p:txBody>
      </p:sp>
      <p:sp>
        <p:nvSpPr>
          <p:cNvPr id="30" name="Text 28"/>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6B6778"/>
                </a:solidFill>
                <a:latin typeface="Malgun Gothic" pitchFamily="34" charset="0"/>
                <a:ea typeface="Malgun Gothic" pitchFamily="34" charset="-122"/>
                <a:cs typeface="Malgun Gothic"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320040"/>
          </a:xfrm>
          <a:prstGeom prst="rect">
            <a:avLst/>
          </a:prstGeom>
          <a:noFill/>
          <a:ln/>
        </p:spPr>
        <p:txBody>
          <a:bodyPr wrap="square" lIns="0" tIns="0" rIns="0" bIns="0" rtlCol="0" anchor="ctr"/>
          <a:lstStyle/>
          <a:p>
            <a:pPr indent="0" marL="0">
              <a:buNone/>
            </a:pPr>
            <a:r>
              <a:rPr lang="en-US" sz="1300" b="1" dirty="0">
                <a:solidFill>
                  <a:srgbClr val="B23A2E"/>
                </a:solidFill>
                <a:latin typeface="Malgun Gothic" pitchFamily="34" charset="0"/>
                <a:ea typeface="Malgun Gothic" pitchFamily="34" charset="-122"/>
                <a:cs typeface="Malgun Gothic" pitchFamily="34" charset="-120"/>
              </a:rPr>
              <a:t>04 창조와 역(易)</a:t>
            </a:r>
            <a:endParaRPr lang="en-US" sz="1300" dirty="0"/>
          </a:p>
        </p:txBody>
      </p:sp>
      <p:sp>
        <p:nvSpPr>
          <p:cNvPr id="3" name="Text 1"/>
          <p:cNvSpPr txBox="1"/>
          <p:nvPr/>
        </p:nvSpPr>
        <p:spPr>
          <a:xfrm>
            <a:off x="548640" y="658368"/>
            <a:ext cx="11094415" cy="685800"/>
          </a:xfrm>
          <a:prstGeom prst="rect">
            <a:avLst/>
          </a:prstGeom>
          <a:noFill/>
          <a:ln/>
        </p:spPr>
        <p:txBody>
          <a:bodyPr wrap="square" lIns="0" tIns="0" rIns="0" bIns="0" rtlCol="0" anchor="ctr"/>
          <a:lstStyle/>
          <a:p>
            <a:pPr indent="0" marL="0">
              <a:buNone/>
            </a:pPr>
            <a:r>
              <a:rPr lang="en-US" sz="3000" b="1" dirty="0">
                <a:solidFill>
                  <a:srgbClr val="22212A"/>
                </a:solidFill>
                <a:latin typeface="Malgun Gothic" pitchFamily="34" charset="0"/>
                <a:ea typeface="Malgun Gothic" pitchFamily="34" charset="-122"/>
                <a:cs typeface="Malgun Gothic" pitchFamily="34" charset="-120"/>
              </a:rPr>
              <a:t>사상과 팔괘</a:t>
            </a:r>
            <a:endParaRPr lang="en-US" sz="30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4415" cy="914400"/>
        </p:xfrm>
        <a:graphic>
          <a:graphicData uri="http://schemas.openxmlformats.org/drawingml/2006/table">
            <a:tbl>
              <a:tblPr/>
              <a:tblGrid>
                <a:gridCol w="1232713"/>
                <a:gridCol w="1232713"/>
                <a:gridCol w="1232713"/>
                <a:gridCol w="1232713"/>
                <a:gridCol w="1232713"/>
                <a:gridCol w="1232713"/>
                <a:gridCol w="1232713"/>
                <a:gridCol w="1232713"/>
                <a:gridCol w="1232713"/>
              </a:tblGrid>
              <a:tr h="685800">
                <a:tc>
                  <a:txBody>
                    <a:bodyPr/>
                    <a:lstStyle/>
                    <a:p>
                      <a:pPr algn="ctr" indent="0" marL="0">
                        <a:buNone/>
                      </a:pPr>
                      <a:endParaRPr lang="en-US" sz="14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1D1C24"/>
                    </a:solidFill>
                  </a:tcPr>
                </a:tc>
                <a:tc>
                  <a:txBody>
                    <a:bodyP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건(乾)</a:t>
                      </a:r>
                      <a:endParaRPr lang="en-US" sz="14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1D1C24"/>
                    </a:solidFill>
                  </a:tcPr>
                </a:tc>
                <a:tc>
                  <a:txBody>
                    <a:bodyP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태(兌)</a:t>
                      </a:r>
                      <a:endParaRPr lang="en-US" sz="14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1D1C24"/>
                    </a:solidFill>
                  </a:tcPr>
                </a:tc>
                <a:tc>
                  <a:txBody>
                    <a:bodyP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이(離)</a:t>
                      </a:r>
                      <a:endParaRPr lang="en-US" sz="14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1D1C24"/>
                    </a:solidFill>
                  </a:tcPr>
                </a:tc>
                <a:tc>
                  <a:txBody>
                    <a:bodyP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진(震)</a:t>
                      </a:r>
                      <a:endParaRPr lang="en-US" sz="14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1D1C24"/>
                    </a:solidFill>
                  </a:tcPr>
                </a:tc>
                <a:tc>
                  <a:txBody>
                    <a:bodyP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손(巽)</a:t>
                      </a:r>
                      <a:endParaRPr lang="en-US" sz="14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1D1C24"/>
                    </a:solidFill>
                  </a:tcPr>
                </a:tc>
                <a:tc>
                  <a:txBody>
                    <a:bodyP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감(坎)</a:t>
                      </a:r>
                      <a:endParaRPr lang="en-US" sz="14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1D1C24"/>
                    </a:solidFill>
                  </a:tcPr>
                </a:tc>
                <a:tc>
                  <a:txBody>
                    <a:bodyP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간(艮)</a:t>
                      </a:r>
                      <a:endParaRPr lang="en-US" sz="14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1D1C24"/>
                    </a:solidFill>
                  </a:tcPr>
                </a:tc>
                <a:tc>
                  <a:txBody>
                    <a:bodyP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곤(坤)</a:t>
                      </a:r>
                      <a:endParaRPr lang="en-US" sz="14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1D1C24"/>
                    </a:solidFill>
                  </a:tcPr>
                </a:tc>
              </a:tr>
              <a:tr h="685800">
                <a:tc>
                  <a:txBody>
                    <a:bodyPr/>
                    <a:lstStyle/>
                    <a:p>
                      <a:pPr algn="ctr" indent="0" marL="0">
                        <a:buNone/>
                      </a:pPr>
                      <a:r>
                        <a:rPr lang="en-US" sz="1400" b="1" dirty="0">
                          <a:solidFill>
                            <a:srgbClr val="22212A"/>
                          </a:solidFill>
                          <a:latin typeface="Malgun Gothic" pitchFamily="34" charset="0"/>
                          <a:ea typeface="Malgun Gothic" pitchFamily="34" charset="-122"/>
                          <a:cs typeface="Malgun Gothic" pitchFamily="34" charset="-120"/>
                        </a:rPr>
                        <a:t>상징</a:t>
                      </a:r>
                      <a:endParaRPr lang="en-US" sz="14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400" dirty="0">
                          <a:solidFill>
                            <a:srgbClr val="22212A"/>
                          </a:solidFill>
                          <a:latin typeface="Malgun Gothic" pitchFamily="34" charset="0"/>
                          <a:ea typeface="Malgun Gothic" pitchFamily="34" charset="-122"/>
                          <a:cs typeface="Malgun Gothic" pitchFamily="34" charset="-120"/>
                        </a:rPr>
                        <a:t>天 하늘</a:t>
                      </a:r>
                      <a:endParaRPr lang="en-US" sz="14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400" dirty="0">
                          <a:solidFill>
                            <a:srgbClr val="22212A"/>
                          </a:solidFill>
                          <a:latin typeface="Malgun Gothic" pitchFamily="34" charset="0"/>
                          <a:ea typeface="Malgun Gothic" pitchFamily="34" charset="-122"/>
                          <a:cs typeface="Malgun Gothic" pitchFamily="34" charset="-120"/>
                        </a:rPr>
                        <a:t>澤 연못</a:t>
                      </a:r>
                      <a:endParaRPr lang="en-US" sz="14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400" dirty="0">
                          <a:solidFill>
                            <a:srgbClr val="22212A"/>
                          </a:solidFill>
                          <a:latin typeface="Malgun Gothic" pitchFamily="34" charset="0"/>
                          <a:ea typeface="Malgun Gothic" pitchFamily="34" charset="-122"/>
                          <a:cs typeface="Malgun Gothic" pitchFamily="34" charset="-120"/>
                        </a:rPr>
                        <a:t>火 불·태양</a:t>
                      </a:r>
                      <a:endParaRPr lang="en-US" sz="14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400" dirty="0">
                          <a:solidFill>
                            <a:srgbClr val="22212A"/>
                          </a:solidFill>
                          <a:latin typeface="Malgun Gothic" pitchFamily="34" charset="0"/>
                          <a:ea typeface="Malgun Gothic" pitchFamily="34" charset="-122"/>
                          <a:cs typeface="Malgun Gothic" pitchFamily="34" charset="-120"/>
                        </a:rPr>
                        <a:t>雷 천둥</a:t>
                      </a:r>
                      <a:endParaRPr lang="en-US" sz="14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400" dirty="0">
                          <a:solidFill>
                            <a:srgbClr val="22212A"/>
                          </a:solidFill>
                          <a:latin typeface="Malgun Gothic" pitchFamily="34" charset="0"/>
                          <a:ea typeface="Malgun Gothic" pitchFamily="34" charset="-122"/>
                          <a:cs typeface="Malgun Gothic" pitchFamily="34" charset="-120"/>
                        </a:rPr>
                        <a:t>風 바람</a:t>
                      </a:r>
                      <a:endParaRPr lang="en-US" sz="14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400" dirty="0">
                          <a:solidFill>
                            <a:srgbClr val="22212A"/>
                          </a:solidFill>
                          <a:latin typeface="Malgun Gothic" pitchFamily="34" charset="0"/>
                          <a:ea typeface="Malgun Gothic" pitchFamily="34" charset="-122"/>
                          <a:cs typeface="Malgun Gothic" pitchFamily="34" charset="-120"/>
                        </a:rPr>
                        <a:t>水 물·달</a:t>
                      </a:r>
                      <a:endParaRPr lang="en-US" sz="14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400" dirty="0">
                          <a:solidFill>
                            <a:srgbClr val="22212A"/>
                          </a:solidFill>
                          <a:latin typeface="Malgun Gothic" pitchFamily="34" charset="0"/>
                          <a:ea typeface="Malgun Gothic" pitchFamily="34" charset="-122"/>
                          <a:cs typeface="Malgun Gothic" pitchFamily="34" charset="-120"/>
                        </a:rPr>
                        <a:t>山 산</a:t>
                      </a:r>
                      <a:endParaRPr lang="en-US" sz="14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400" dirty="0">
                          <a:solidFill>
                            <a:srgbClr val="22212A"/>
                          </a:solidFill>
                          <a:latin typeface="Malgun Gothic" pitchFamily="34" charset="0"/>
                          <a:ea typeface="Malgun Gothic" pitchFamily="34" charset="-122"/>
                          <a:cs typeface="Malgun Gothic" pitchFamily="34" charset="-120"/>
                        </a:rPr>
                        <a:t>地 땅</a:t>
                      </a:r>
                      <a:endParaRPr lang="en-US" sz="14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r>
              <a:tr h="685800">
                <a:tc>
                  <a:txBody>
                    <a:bodyPr/>
                    <a:lstStyle/>
                    <a:p>
                      <a:pPr algn="ctr" indent="0" marL="0">
                        <a:buNone/>
                      </a:pPr>
                      <a:r>
                        <a:rPr lang="en-US" sz="1400" b="1" dirty="0">
                          <a:solidFill>
                            <a:srgbClr val="22212A"/>
                          </a:solidFill>
                          <a:latin typeface="Malgun Gothic" pitchFamily="34" charset="0"/>
                          <a:ea typeface="Malgun Gothic" pitchFamily="34" charset="-122"/>
                          <a:cs typeface="Malgun Gothic" pitchFamily="34" charset="-120"/>
                        </a:rPr>
                        <a:t>사상</a:t>
                      </a:r>
                      <a:endParaRPr lang="en-US" sz="14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gridSpan="2">
                  <a:txBody>
                    <a:bodyPr/>
                    <a:lstStyle/>
                    <a:p>
                      <a:pPr algn="ctr" indent="0" marL="0">
                        <a:buNone/>
                      </a:pPr>
                      <a:r>
                        <a:rPr lang="en-US" sz="1400" dirty="0">
                          <a:solidFill>
                            <a:srgbClr val="22212A"/>
                          </a:solidFill>
                          <a:latin typeface="Malgun Gothic" pitchFamily="34" charset="0"/>
                          <a:ea typeface="Malgun Gothic" pitchFamily="34" charset="-122"/>
                          <a:cs typeface="Malgun Gothic" pitchFamily="34" charset="-120"/>
                        </a:rPr>
                        <a:t>태양(太陽) · 陽中陽</a:t>
                      </a:r>
                      <a:endParaRPr lang="en-US" sz="14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hMerge="1">
                  <a:tcPr/>
                </a:tc>
                <a:tc gridSpan="2">
                  <a:txBody>
                    <a:bodyPr/>
                    <a:lstStyle/>
                    <a:p>
                      <a:pPr algn="ctr" indent="0" marL="0">
                        <a:buNone/>
                      </a:pPr>
                      <a:r>
                        <a:rPr lang="en-US" sz="1400" dirty="0">
                          <a:solidFill>
                            <a:srgbClr val="22212A"/>
                          </a:solidFill>
                          <a:latin typeface="Malgun Gothic" pitchFamily="34" charset="0"/>
                          <a:ea typeface="Malgun Gothic" pitchFamily="34" charset="-122"/>
                          <a:cs typeface="Malgun Gothic" pitchFamily="34" charset="-120"/>
                        </a:rPr>
                        <a:t>소음(少陰) · 陽中陰</a:t>
                      </a:r>
                      <a:endParaRPr lang="en-US" sz="14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hMerge="1">
                  <a:tcPr/>
                </a:tc>
                <a:tc gridSpan="2">
                  <a:txBody>
                    <a:bodyPr/>
                    <a:lstStyle/>
                    <a:p>
                      <a:pPr algn="ctr" indent="0" marL="0">
                        <a:buNone/>
                      </a:pPr>
                      <a:r>
                        <a:rPr lang="en-US" sz="1400" dirty="0">
                          <a:solidFill>
                            <a:srgbClr val="22212A"/>
                          </a:solidFill>
                          <a:latin typeface="Malgun Gothic" pitchFamily="34" charset="0"/>
                          <a:ea typeface="Malgun Gothic" pitchFamily="34" charset="-122"/>
                          <a:cs typeface="Malgun Gothic" pitchFamily="34" charset="-120"/>
                        </a:rPr>
                        <a:t>소양(少陽) · 陰中陽</a:t>
                      </a:r>
                      <a:endParaRPr lang="en-US" sz="14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hMerge="1">
                  <a:tcPr/>
                </a:tc>
                <a:tc gridSpan="2">
                  <a:txBody>
                    <a:bodyPr/>
                    <a:lstStyle/>
                    <a:p>
                      <a:pPr algn="ctr" indent="0" marL="0">
                        <a:buNone/>
                      </a:pPr>
                      <a:r>
                        <a:rPr lang="en-US" sz="1400" dirty="0">
                          <a:solidFill>
                            <a:srgbClr val="22212A"/>
                          </a:solidFill>
                          <a:latin typeface="Malgun Gothic" pitchFamily="34" charset="0"/>
                          <a:ea typeface="Malgun Gothic" pitchFamily="34" charset="-122"/>
                          <a:cs typeface="Malgun Gothic" pitchFamily="34" charset="-120"/>
                        </a:rPr>
                        <a:t>태음(太陰) · 陰中陰</a:t>
                      </a:r>
                      <a:endParaRPr lang="en-US" sz="14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hMerge="1">
                  <a:tcPr/>
                </a:tc>
              </a:tr>
            </a:tbl>
          </a:graphicData>
        </a:graphic>
      </p:graphicFrame>
      <p:sp>
        <p:nvSpPr>
          <p:cNvPr id="5" name="Text 2"/>
          <p:cNvSpPr txBox="1"/>
          <p:nvPr/>
        </p:nvSpPr>
        <p:spPr>
          <a:xfrm>
            <a:off x="548640" y="5806440"/>
            <a:ext cx="11094415" cy="502920"/>
          </a:xfrm>
          <a:prstGeom prst="rect">
            <a:avLst/>
          </a:prstGeom>
          <a:noFill/>
          <a:ln/>
        </p:spPr>
        <p:txBody>
          <a:bodyPr wrap="square" lIns="0" tIns="0" rIns="0" bIns="0" rtlCol="0" anchor="b"/>
          <a:lstStyle/>
          <a:p>
            <a:pPr indent="0" marL="0">
              <a:buNone/>
            </a:pPr>
            <a:r>
              <a:rPr lang="en-US" sz="1100" i="1" dirty="0">
                <a:solidFill>
                  <a:srgbClr val="6B6778"/>
                </a:solidFill>
                <a:latin typeface="Malgun Gothic" pitchFamily="34" charset="0"/>
                <a:ea typeface="Malgun Gothic" pitchFamily="34" charset="-122"/>
                <a:cs typeface="Malgun Gothic" pitchFamily="34" charset="-120"/>
              </a:rPr>
              <a:t>사상 한 칸은 팔괘 두 개를 낳는다 (태양→건·태, 소음→이·진, 소양→손·감, 태음→간·곤)</a:t>
            </a:r>
            <a:endParaRPr lang="en-US" sz="1100" dirty="0"/>
          </a:p>
        </p:txBody>
      </p:sp>
      <p:sp>
        <p:nvSpPr>
          <p:cNvPr id="6" name="Text 3"/>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rgbClr val="6B6778"/>
                </a:solidFill>
                <a:latin typeface="Malgun Gothic" pitchFamily="34" charset="0"/>
                <a:ea typeface="Malgun Gothic" pitchFamily="34" charset="-122"/>
                <a:cs typeface="Malgun Gothic" pitchFamily="34" charset="-120"/>
              </a:rPr>
              <a:t>의명보감 1 기초편 · 제1장 창조와 음양오행</a:t>
            </a:r>
            <a:endParaRPr lang="en-US" sz="1000" dirty="0"/>
          </a:p>
        </p:txBody>
      </p:sp>
      <p:sp>
        <p:nvSpPr>
          <p:cNvPr id="7" name="Text 4"/>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6B6778"/>
                </a:solidFill>
                <a:latin typeface="Malgun Gothic" pitchFamily="34" charset="0"/>
                <a:ea typeface="Malgun Gothic" pitchFamily="34" charset="-122"/>
                <a:cs typeface="Malgun Gothic"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320040"/>
          </a:xfrm>
          <a:prstGeom prst="rect">
            <a:avLst/>
          </a:prstGeom>
          <a:noFill/>
          <a:ln/>
        </p:spPr>
        <p:txBody>
          <a:bodyPr wrap="square" lIns="0" tIns="0" rIns="0" bIns="0" rtlCol="0" anchor="ctr"/>
          <a:lstStyle/>
          <a:p>
            <a:pPr indent="0" marL="0">
              <a:buNone/>
            </a:pPr>
            <a:r>
              <a:rPr lang="en-US" sz="1300" b="1" dirty="0">
                <a:solidFill>
                  <a:srgbClr val="B23A2E"/>
                </a:solidFill>
                <a:latin typeface="Malgun Gothic" pitchFamily="34" charset="0"/>
                <a:ea typeface="Malgun Gothic" pitchFamily="34" charset="-122"/>
                <a:cs typeface="Malgun Gothic" pitchFamily="34" charset="-120"/>
              </a:rPr>
              <a:t>05 창조의 과정</a:t>
            </a:r>
            <a:endParaRPr lang="en-US" sz="1300" dirty="0"/>
          </a:p>
        </p:txBody>
      </p:sp>
      <p:sp>
        <p:nvSpPr>
          <p:cNvPr id="3" name="Text 1"/>
          <p:cNvSpPr txBox="1"/>
          <p:nvPr/>
        </p:nvSpPr>
        <p:spPr>
          <a:xfrm>
            <a:off x="548640" y="658368"/>
            <a:ext cx="11094415" cy="685800"/>
          </a:xfrm>
          <a:prstGeom prst="rect">
            <a:avLst/>
          </a:prstGeom>
          <a:noFill/>
          <a:ln/>
        </p:spPr>
        <p:txBody>
          <a:bodyPr wrap="square" lIns="0" tIns="0" rIns="0" bIns="0" rtlCol="0" anchor="ctr"/>
          <a:lstStyle/>
          <a:p>
            <a:pPr indent="0" marL="0">
              <a:buNone/>
            </a:pPr>
            <a:r>
              <a:rPr lang="en-US" sz="3000" b="1" dirty="0">
                <a:solidFill>
                  <a:srgbClr val="22212A"/>
                </a:solidFill>
                <a:latin typeface="Malgun Gothic" pitchFamily="34" charset="0"/>
                <a:ea typeface="Malgun Gothic" pitchFamily="34" charset="-122"/>
                <a:cs typeface="Malgun Gothic" pitchFamily="34" charset="-120"/>
              </a:rPr>
              <a:t>『연해자평』으로 본 창조의 과정</a:t>
            </a:r>
            <a:endParaRPr lang="en-US" sz="3000" dirty="0"/>
          </a:p>
        </p:txBody>
      </p:sp>
      <p:sp>
        <p:nvSpPr>
          <p:cNvPr id="4" name="Shape 2"/>
          <p:cNvSpPr/>
          <p:nvPr/>
        </p:nvSpPr>
        <p:spPr>
          <a:xfrm>
            <a:off x="899130" y="1828800"/>
            <a:ext cx="1188720" cy="1188720"/>
          </a:xfrm>
          <a:prstGeom prst="ellipse">
            <a:avLst/>
          </a:prstGeom>
          <a:solidFill>
            <a:srgbClr val="22406E"/>
          </a:solidFill>
          <a:ln w="12700">
            <a:solidFill>
              <a:srgbClr val="22406E"/>
            </a:solidFill>
            <a:prstDash val="solid"/>
          </a:ln>
        </p:spPr>
      </p:sp>
      <p:sp>
        <p:nvSpPr>
          <p:cNvPr id="5" name="Text 3"/>
          <p:cNvSpPr txBox="1"/>
          <p:nvPr/>
        </p:nvSpPr>
        <p:spPr>
          <a:xfrm>
            <a:off x="899130" y="1828800"/>
            <a:ext cx="1188720" cy="1188720"/>
          </a:xfrm>
          <a:prstGeom prst="rect">
            <a:avLst/>
          </a:prstGeom>
          <a:noFill/>
          <a:ln/>
        </p:spPr>
        <p:txBody>
          <a:bodyPr wrap="square" lIns="0" tIns="0" rIns="0" bIns="0" rtlCol="0" anchor="ctr"/>
          <a:lstStyle/>
          <a:p>
            <a:pPr algn="ctr" indent="0" marL="0">
              <a:buNone/>
            </a:pPr>
            <a:r>
              <a:rPr lang="en-US" sz="4000" b="1" dirty="0">
                <a:solidFill>
                  <a:srgbClr val="FFFFFF"/>
                </a:solidFill>
                <a:latin typeface="Malgun Gothic" pitchFamily="34" charset="0"/>
                <a:ea typeface="Malgun Gothic" pitchFamily="34" charset="-122"/>
                <a:cs typeface="Malgun Gothic" pitchFamily="34" charset="-120"/>
              </a:rPr>
              <a:t>水</a:t>
            </a:r>
            <a:endParaRPr lang="en-US" sz="4000" dirty="0"/>
          </a:p>
        </p:txBody>
      </p:sp>
      <p:sp>
        <p:nvSpPr>
          <p:cNvPr id="6" name="Shape 4"/>
          <p:cNvSpPr/>
          <p:nvPr/>
        </p:nvSpPr>
        <p:spPr>
          <a:xfrm rot="5400000">
            <a:off x="2534351" y="2295144"/>
            <a:ext cx="256032" cy="256032"/>
          </a:xfrm>
          <a:prstGeom prst="triangle">
            <a:avLst/>
          </a:prstGeom>
          <a:solidFill>
            <a:srgbClr val="D9D5E0"/>
          </a:solidFill>
          <a:ln w="12700">
            <a:solidFill>
              <a:srgbClr val="D9D5E0"/>
            </a:solidFill>
            <a:prstDash val="solid"/>
          </a:ln>
        </p:spPr>
      </p:sp>
      <p:sp>
        <p:nvSpPr>
          <p:cNvPr id="7" name="Text 5"/>
          <p:cNvSpPr txBox="1"/>
          <p:nvPr/>
        </p:nvSpPr>
        <p:spPr>
          <a:xfrm>
            <a:off x="548640" y="3200400"/>
            <a:ext cx="1889699" cy="457200"/>
          </a:xfrm>
          <a:prstGeom prst="rect">
            <a:avLst/>
          </a:prstGeom>
          <a:noFill/>
          <a:ln/>
        </p:spPr>
        <p:txBody>
          <a:bodyPr wrap="square" lIns="0" tIns="0" rIns="0" bIns="0" rtlCol="0" anchor="ctr"/>
          <a:lstStyle/>
          <a:p>
            <a:pPr algn="ctr" indent="0" marL="0">
              <a:buNone/>
            </a:pPr>
            <a:r>
              <a:rPr lang="en-US" sz="1900" b="1" dirty="0">
                <a:solidFill>
                  <a:srgbClr val="22212A"/>
                </a:solidFill>
                <a:latin typeface="Malgun Gothic" pitchFamily="34" charset="0"/>
                <a:ea typeface="Malgun Gothic" pitchFamily="34" charset="-122"/>
                <a:cs typeface="Malgun Gothic" pitchFamily="34" charset="-120"/>
              </a:rPr>
              <a:t>太易 태역</a:t>
            </a:r>
            <a:endParaRPr lang="en-US" sz="1900" dirty="0"/>
          </a:p>
        </p:txBody>
      </p:sp>
      <p:sp>
        <p:nvSpPr>
          <p:cNvPr id="8" name="Text 6"/>
          <p:cNvSpPr txBox="1"/>
          <p:nvPr/>
        </p:nvSpPr>
        <p:spPr>
          <a:xfrm>
            <a:off x="548640" y="3675888"/>
            <a:ext cx="1889699" cy="1828800"/>
          </a:xfrm>
          <a:prstGeom prst="rect">
            <a:avLst/>
          </a:prstGeom>
          <a:noFill/>
          <a:ln/>
        </p:spPr>
        <p:txBody>
          <a:bodyPr wrap="square" lIns="0" tIns="0" rIns="0" bIns="0" rtlCol="0" anchor="t"/>
          <a:lstStyle/>
          <a:p>
            <a:pPr algn="ctr" indent="0" marL="0">
              <a:buNone/>
            </a:pPr>
            <a:r>
              <a:rPr lang="en-US" sz="1500" dirty="0">
                <a:solidFill>
                  <a:srgbClr val="6B6778"/>
                </a:solidFill>
                <a:latin typeface="Malgun Gothic" pitchFamily="34" charset="0"/>
                <a:ea typeface="Malgun Gothic" pitchFamily="34" charset="-122"/>
                <a:cs typeface="Malgun Gothic" pitchFamily="34" charset="-120"/>
              </a:rPr>
              <a:t>1</a:t>
            </a:r>
            <a:endParaRPr lang="en-US" sz="1500" dirty="0"/>
          </a:p>
          <a:p>
            <a:pPr algn="ctr" indent="0" marL="0">
              <a:buNone/>
            </a:pPr>
            <a:r>
              <a:rPr lang="en-US" sz="1500" dirty="0">
                <a:solidFill>
                  <a:srgbClr val="6B6778"/>
                </a:solidFill>
                <a:latin typeface="Malgun Gothic" pitchFamily="34" charset="0"/>
                <a:ea typeface="Malgun Gothic" pitchFamily="34" charset="-122"/>
                <a:cs typeface="Malgun Gothic" pitchFamily="34" charset="-120"/>
              </a:rPr>
              <a:t>혼돈 속에 一氣가 엉김</a:t>
            </a:r>
            <a:endParaRPr lang="en-US" sz="1500" dirty="0"/>
          </a:p>
        </p:txBody>
      </p:sp>
      <p:sp>
        <p:nvSpPr>
          <p:cNvPr id="9" name="Shape 7"/>
          <p:cNvSpPr/>
          <p:nvPr/>
        </p:nvSpPr>
        <p:spPr>
          <a:xfrm>
            <a:off x="3200309" y="1828800"/>
            <a:ext cx="1188720" cy="1188720"/>
          </a:xfrm>
          <a:prstGeom prst="ellipse">
            <a:avLst/>
          </a:prstGeom>
          <a:solidFill>
            <a:srgbClr val="C0392B"/>
          </a:solidFill>
          <a:ln w="12700">
            <a:solidFill>
              <a:srgbClr val="C0392B"/>
            </a:solidFill>
            <a:prstDash val="solid"/>
          </a:ln>
        </p:spPr>
      </p:sp>
      <p:sp>
        <p:nvSpPr>
          <p:cNvPr id="10" name="Text 8"/>
          <p:cNvSpPr txBox="1"/>
          <p:nvPr/>
        </p:nvSpPr>
        <p:spPr>
          <a:xfrm>
            <a:off x="3200309" y="1828800"/>
            <a:ext cx="1188720" cy="1188720"/>
          </a:xfrm>
          <a:prstGeom prst="rect">
            <a:avLst/>
          </a:prstGeom>
          <a:noFill/>
          <a:ln/>
        </p:spPr>
        <p:txBody>
          <a:bodyPr wrap="square" lIns="0" tIns="0" rIns="0" bIns="0" rtlCol="0" anchor="ctr"/>
          <a:lstStyle/>
          <a:p>
            <a:pPr algn="ctr" indent="0" marL="0">
              <a:buNone/>
            </a:pPr>
            <a:r>
              <a:rPr lang="en-US" sz="4000" b="1" dirty="0">
                <a:solidFill>
                  <a:srgbClr val="FFFFFF"/>
                </a:solidFill>
                <a:latin typeface="Malgun Gothic" pitchFamily="34" charset="0"/>
                <a:ea typeface="Malgun Gothic" pitchFamily="34" charset="-122"/>
                <a:cs typeface="Malgun Gothic" pitchFamily="34" charset="-120"/>
              </a:rPr>
              <a:t>火</a:t>
            </a:r>
            <a:endParaRPr lang="en-US" sz="4000" dirty="0"/>
          </a:p>
        </p:txBody>
      </p:sp>
      <p:sp>
        <p:nvSpPr>
          <p:cNvPr id="11" name="Shape 9"/>
          <p:cNvSpPr/>
          <p:nvPr/>
        </p:nvSpPr>
        <p:spPr>
          <a:xfrm rot="5400000">
            <a:off x="4835530" y="2295144"/>
            <a:ext cx="256032" cy="256032"/>
          </a:xfrm>
          <a:prstGeom prst="triangle">
            <a:avLst/>
          </a:prstGeom>
          <a:solidFill>
            <a:srgbClr val="D9D5E0"/>
          </a:solidFill>
          <a:ln w="12700">
            <a:solidFill>
              <a:srgbClr val="D9D5E0"/>
            </a:solidFill>
            <a:prstDash val="solid"/>
          </a:ln>
        </p:spPr>
      </p:sp>
      <p:sp>
        <p:nvSpPr>
          <p:cNvPr id="12" name="Text 10"/>
          <p:cNvSpPr txBox="1"/>
          <p:nvPr/>
        </p:nvSpPr>
        <p:spPr>
          <a:xfrm>
            <a:off x="2849819" y="3200400"/>
            <a:ext cx="1889699" cy="457200"/>
          </a:xfrm>
          <a:prstGeom prst="rect">
            <a:avLst/>
          </a:prstGeom>
          <a:noFill/>
          <a:ln/>
        </p:spPr>
        <p:txBody>
          <a:bodyPr wrap="square" lIns="0" tIns="0" rIns="0" bIns="0" rtlCol="0" anchor="ctr"/>
          <a:lstStyle/>
          <a:p>
            <a:pPr algn="ctr" indent="0" marL="0">
              <a:buNone/>
            </a:pPr>
            <a:r>
              <a:rPr lang="en-US" sz="1900" b="1" dirty="0">
                <a:solidFill>
                  <a:srgbClr val="22212A"/>
                </a:solidFill>
                <a:latin typeface="Malgun Gothic" pitchFamily="34" charset="0"/>
                <a:ea typeface="Malgun Gothic" pitchFamily="34" charset="-122"/>
                <a:cs typeface="Malgun Gothic" pitchFamily="34" charset="-120"/>
              </a:rPr>
              <a:t>太初 태초</a:t>
            </a:r>
            <a:endParaRPr lang="en-US" sz="1900" dirty="0"/>
          </a:p>
        </p:txBody>
      </p:sp>
      <p:sp>
        <p:nvSpPr>
          <p:cNvPr id="13" name="Text 11"/>
          <p:cNvSpPr txBox="1"/>
          <p:nvPr/>
        </p:nvSpPr>
        <p:spPr>
          <a:xfrm>
            <a:off x="2849819" y="3675888"/>
            <a:ext cx="1889699" cy="1828800"/>
          </a:xfrm>
          <a:prstGeom prst="rect">
            <a:avLst/>
          </a:prstGeom>
          <a:noFill/>
          <a:ln/>
        </p:spPr>
        <p:txBody>
          <a:bodyPr wrap="square" lIns="0" tIns="0" rIns="0" bIns="0" rtlCol="0" anchor="t"/>
          <a:lstStyle/>
          <a:p>
            <a:pPr algn="ctr" indent="0" marL="0">
              <a:buNone/>
            </a:pPr>
            <a:r>
              <a:rPr lang="en-US" sz="1500" dirty="0">
                <a:solidFill>
                  <a:srgbClr val="6B6778"/>
                </a:solidFill>
                <a:latin typeface="Malgun Gothic" pitchFamily="34" charset="0"/>
                <a:ea typeface="Malgun Gothic" pitchFamily="34" charset="-122"/>
                <a:cs typeface="Malgun Gothic" pitchFamily="34" charset="-120"/>
              </a:rPr>
              <a:t>2</a:t>
            </a:r>
            <a:endParaRPr lang="en-US" sz="1500" dirty="0"/>
          </a:p>
        </p:txBody>
      </p:sp>
      <p:sp>
        <p:nvSpPr>
          <p:cNvPr id="14" name="Shape 12"/>
          <p:cNvSpPr/>
          <p:nvPr/>
        </p:nvSpPr>
        <p:spPr>
          <a:xfrm>
            <a:off x="5501488" y="1828800"/>
            <a:ext cx="1188720" cy="1188720"/>
          </a:xfrm>
          <a:prstGeom prst="ellipse">
            <a:avLst/>
          </a:prstGeom>
          <a:solidFill>
            <a:srgbClr val="3F7D4E"/>
          </a:solidFill>
          <a:ln w="12700">
            <a:solidFill>
              <a:srgbClr val="3F7D4E"/>
            </a:solidFill>
            <a:prstDash val="solid"/>
          </a:ln>
        </p:spPr>
      </p:sp>
      <p:sp>
        <p:nvSpPr>
          <p:cNvPr id="15" name="Text 13"/>
          <p:cNvSpPr txBox="1"/>
          <p:nvPr/>
        </p:nvSpPr>
        <p:spPr>
          <a:xfrm>
            <a:off x="5501488" y="1828800"/>
            <a:ext cx="1188720" cy="1188720"/>
          </a:xfrm>
          <a:prstGeom prst="rect">
            <a:avLst/>
          </a:prstGeom>
          <a:noFill/>
          <a:ln/>
        </p:spPr>
        <p:txBody>
          <a:bodyPr wrap="square" lIns="0" tIns="0" rIns="0" bIns="0" rtlCol="0" anchor="ctr"/>
          <a:lstStyle/>
          <a:p>
            <a:pPr algn="ctr" indent="0" marL="0">
              <a:buNone/>
            </a:pPr>
            <a:r>
              <a:rPr lang="en-US" sz="4000" b="1" dirty="0">
                <a:solidFill>
                  <a:srgbClr val="FFFFFF"/>
                </a:solidFill>
                <a:latin typeface="Malgun Gothic" pitchFamily="34" charset="0"/>
                <a:ea typeface="Malgun Gothic" pitchFamily="34" charset="-122"/>
                <a:cs typeface="Malgun Gothic" pitchFamily="34" charset="-120"/>
              </a:rPr>
              <a:t>木</a:t>
            </a:r>
            <a:endParaRPr lang="en-US" sz="4000" dirty="0"/>
          </a:p>
        </p:txBody>
      </p:sp>
      <p:sp>
        <p:nvSpPr>
          <p:cNvPr id="16" name="Shape 14"/>
          <p:cNvSpPr/>
          <p:nvPr/>
        </p:nvSpPr>
        <p:spPr>
          <a:xfrm rot="5400000">
            <a:off x="7136709" y="2295144"/>
            <a:ext cx="256032" cy="256032"/>
          </a:xfrm>
          <a:prstGeom prst="triangle">
            <a:avLst/>
          </a:prstGeom>
          <a:solidFill>
            <a:srgbClr val="D9D5E0"/>
          </a:solidFill>
          <a:ln w="12700">
            <a:solidFill>
              <a:srgbClr val="D9D5E0"/>
            </a:solidFill>
            <a:prstDash val="solid"/>
          </a:ln>
        </p:spPr>
      </p:sp>
      <p:sp>
        <p:nvSpPr>
          <p:cNvPr id="17" name="Text 15"/>
          <p:cNvSpPr txBox="1"/>
          <p:nvPr/>
        </p:nvSpPr>
        <p:spPr>
          <a:xfrm>
            <a:off x="5150998" y="3200400"/>
            <a:ext cx="1889699" cy="457200"/>
          </a:xfrm>
          <a:prstGeom prst="rect">
            <a:avLst/>
          </a:prstGeom>
          <a:noFill/>
          <a:ln/>
        </p:spPr>
        <p:txBody>
          <a:bodyPr wrap="square" lIns="0" tIns="0" rIns="0" bIns="0" rtlCol="0" anchor="ctr"/>
          <a:lstStyle/>
          <a:p>
            <a:pPr algn="ctr" indent="0" marL="0">
              <a:buNone/>
            </a:pPr>
            <a:r>
              <a:rPr lang="en-US" sz="1900" b="1" dirty="0">
                <a:solidFill>
                  <a:srgbClr val="22212A"/>
                </a:solidFill>
                <a:latin typeface="Malgun Gothic" pitchFamily="34" charset="0"/>
                <a:ea typeface="Malgun Gothic" pitchFamily="34" charset="-122"/>
                <a:cs typeface="Malgun Gothic" pitchFamily="34" charset="-120"/>
              </a:rPr>
              <a:t>太始 태시</a:t>
            </a:r>
            <a:endParaRPr lang="en-US" sz="1900" dirty="0"/>
          </a:p>
        </p:txBody>
      </p:sp>
      <p:sp>
        <p:nvSpPr>
          <p:cNvPr id="18" name="Text 16"/>
          <p:cNvSpPr txBox="1"/>
          <p:nvPr/>
        </p:nvSpPr>
        <p:spPr>
          <a:xfrm>
            <a:off x="5150998" y="3675888"/>
            <a:ext cx="1889699" cy="1828800"/>
          </a:xfrm>
          <a:prstGeom prst="rect">
            <a:avLst/>
          </a:prstGeom>
          <a:noFill/>
          <a:ln/>
        </p:spPr>
        <p:txBody>
          <a:bodyPr wrap="square" lIns="0" tIns="0" rIns="0" bIns="0" rtlCol="0" anchor="t"/>
          <a:lstStyle/>
          <a:p>
            <a:pPr algn="ctr" indent="0" marL="0">
              <a:buNone/>
            </a:pPr>
            <a:r>
              <a:rPr lang="en-US" sz="1500" dirty="0">
                <a:solidFill>
                  <a:srgbClr val="6B6778"/>
                </a:solidFill>
                <a:latin typeface="Malgun Gothic" pitchFamily="34" charset="0"/>
                <a:ea typeface="Malgun Gothic" pitchFamily="34" charset="-122"/>
                <a:cs typeface="Malgun Gothic" pitchFamily="34" charset="-120"/>
              </a:rPr>
              <a:t>3</a:t>
            </a:r>
            <a:endParaRPr lang="en-US" sz="1500" dirty="0"/>
          </a:p>
          <a:p>
            <a:pPr algn="ctr" indent="0" marL="0">
              <a:buNone/>
            </a:pPr>
            <a:r>
              <a:rPr lang="en-US" sz="1500" dirty="0">
                <a:solidFill>
                  <a:srgbClr val="6B6778"/>
                </a:solidFill>
                <a:latin typeface="Malgun Gothic" pitchFamily="34" charset="0"/>
                <a:ea typeface="Malgun Gothic" pitchFamily="34" charset="-122"/>
                <a:cs typeface="Malgun Gothic" pitchFamily="34" charset="-120"/>
              </a:rPr>
              <a:t>삼원(三元) = 만물의 씨눈</a:t>
            </a:r>
            <a:endParaRPr lang="en-US" sz="1500" dirty="0"/>
          </a:p>
        </p:txBody>
      </p:sp>
      <p:sp>
        <p:nvSpPr>
          <p:cNvPr id="19" name="Shape 17"/>
          <p:cNvSpPr/>
          <p:nvPr/>
        </p:nvSpPr>
        <p:spPr>
          <a:xfrm>
            <a:off x="7802667" y="1828800"/>
            <a:ext cx="1188720" cy="1188720"/>
          </a:xfrm>
          <a:prstGeom prst="ellipse">
            <a:avLst/>
          </a:prstGeom>
          <a:solidFill>
            <a:srgbClr val="6E737B"/>
          </a:solidFill>
          <a:ln w="12700">
            <a:solidFill>
              <a:srgbClr val="6E737B"/>
            </a:solidFill>
            <a:prstDash val="solid"/>
          </a:ln>
        </p:spPr>
      </p:sp>
      <p:sp>
        <p:nvSpPr>
          <p:cNvPr id="20" name="Text 18"/>
          <p:cNvSpPr txBox="1"/>
          <p:nvPr/>
        </p:nvSpPr>
        <p:spPr>
          <a:xfrm>
            <a:off x="7802667" y="1828800"/>
            <a:ext cx="1188720" cy="1188720"/>
          </a:xfrm>
          <a:prstGeom prst="rect">
            <a:avLst/>
          </a:prstGeom>
          <a:noFill/>
          <a:ln/>
        </p:spPr>
        <p:txBody>
          <a:bodyPr wrap="square" lIns="0" tIns="0" rIns="0" bIns="0" rtlCol="0" anchor="ctr"/>
          <a:lstStyle/>
          <a:p>
            <a:pPr algn="ctr" indent="0" marL="0">
              <a:buNone/>
            </a:pPr>
            <a:r>
              <a:rPr lang="en-US" sz="4000" b="1" dirty="0">
                <a:solidFill>
                  <a:srgbClr val="FFFFFF"/>
                </a:solidFill>
                <a:latin typeface="Malgun Gothic" pitchFamily="34" charset="0"/>
                <a:ea typeface="Malgun Gothic" pitchFamily="34" charset="-122"/>
                <a:cs typeface="Malgun Gothic" pitchFamily="34" charset="-120"/>
              </a:rPr>
              <a:t>金</a:t>
            </a:r>
            <a:endParaRPr lang="en-US" sz="4000" dirty="0"/>
          </a:p>
        </p:txBody>
      </p:sp>
      <p:sp>
        <p:nvSpPr>
          <p:cNvPr id="21" name="Shape 19"/>
          <p:cNvSpPr/>
          <p:nvPr/>
        </p:nvSpPr>
        <p:spPr>
          <a:xfrm rot="5400000">
            <a:off x="9437888" y="2295144"/>
            <a:ext cx="256032" cy="256032"/>
          </a:xfrm>
          <a:prstGeom prst="triangle">
            <a:avLst/>
          </a:prstGeom>
          <a:solidFill>
            <a:srgbClr val="D9D5E0"/>
          </a:solidFill>
          <a:ln w="12700">
            <a:solidFill>
              <a:srgbClr val="D9D5E0"/>
            </a:solidFill>
            <a:prstDash val="solid"/>
          </a:ln>
        </p:spPr>
      </p:sp>
      <p:sp>
        <p:nvSpPr>
          <p:cNvPr id="22" name="Text 20"/>
          <p:cNvSpPr txBox="1"/>
          <p:nvPr/>
        </p:nvSpPr>
        <p:spPr>
          <a:xfrm>
            <a:off x="7452177" y="3200400"/>
            <a:ext cx="1889699" cy="457200"/>
          </a:xfrm>
          <a:prstGeom prst="rect">
            <a:avLst/>
          </a:prstGeom>
          <a:noFill/>
          <a:ln/>
        </p:spPr>
        <p:txBody>
          <a:bodyPr wrap="square" lIns="0" tIns="0" rIns="0" bIns="0" rtlCol="0" anchor="ctr"/>
          <a:lstStyle/>
          <a:p>
            <a:pPr algn="ctr" indent="0" marL="0">
              <a:buNone/>
            </a:pPr>
            <a:r>
              <a:rPr lang="en-US" sz="1900" b="1" dirty="0">
                <a:solidFill>
                  <a:srgbClr val="22212A"/>
                </a:solidFill>
                <a:latin typeface="Malgun Gothic" pitchFamily="34" charset="0"/>
                <a:ea typeface="Malgun Gothic" pitchFamily="34" charset="-122"/>
                <a:cs typeface="Malgun Gothic" pitchFamily="34" charset="-120"/>
              </a:rPr>
              <a:t>太素 태소</a:t>
            </a:r>
            <a:endParaRPr lang="en-US" sz="1900" dirty="0"/>
          </a:p>
        </p:txBody>
      </p:sp>
      <p:sp>
        <p:nvSpPr>
          <p:cNvPr id="23" name="Text 21"/>
          <p:cNvSpPr txBox="1"/>
          <p:nvPr/>
        </p:nvSpPr>
        <p:spPr>
          <a:xfrm>
            <a:off x="7452177" y="3675888"/>
            <a:ext cx="1889699" cy="1828800"/>
          </a:xfrm>
          <a:prstGeom prst="rect">
            <a:avLst/>
          </a:prstGeom>
          <a:noFill/>
          <a:ln/>
        </p:spPr>
        <p:txBody>
          <a:bodyPr wrap="square" lIns="0" tIns="0" rIns="0" bIns="0" rtlCol="0" anchor="t"/>
          <a:lstStyle/>
          <a:p>
            <a:pPr algn="ctr" indent="0" marL="0">
              <a:buNone/>
            </a:pPr>
            <a:r>
              <a:rPr lang="en-US" sz="1500" dirty="0">
                <a:solidFill>
                  <a:srgbClr val="6B6778"/>
                </a:solidFill>
                <a:latin typeface="Malgun Gothic" pitchFamily="34" charset="0"/>
                <a:ea typeface="Malgun Gothic" pitchFamily="34" charset="-122"/>
                <a:cs typeface="Malgun Gothic" pitchFamily="34" charset="-120"/>
              </a:rPr>
              <a:t>4</a:t>
            </a:r>
            <a:endParaRPr lang="en-US" sz="1500" dirty="0"/>
          </a:p>
        </p:txBody>
      </p:sp>
      <p:sp>
        <p:nvSpPr>
          <p:cNvPr id="24" name="Shape 22"/>
          <p:cNvSpPr/>
          <p:nvPr/>
        </p:nvSpPr>
        <p:spPr>
          <a:xfrm>
            <a:off x="10103846" y="1828800"/>
            <a:ext cx="1188720" cy="1188720"/>
          </a:xfrm>
          <a:prstGeom prst="ellipse">
            <a:avLst/>
          </a:prstGeom>
          <a:solidFill>
            <a:srgbClr val="B8892A"/>
          </a:solidFill>
          <a:ln w="12700">
            <a:solidFill>
              <a:srgbClr val="B8892A"/>
            </a:solidFill>
            <a:prstDash val="solid"/>
          </a:ln>
        </p:spPr>
      </p:sp>
      <p:sp>
        <p:nvSpPr>
          <p:cNvPr id="25" name="Text 23"/>
          <p:cNvSpPr txBox="1"/>
          <p:nvPr/>
        </p:nvSpPr>
        <p:spPr>
          <a:xfrm>
            <a:off x="10103846" y="1828800"/>
            <a:ext cx="1188720" cy="1188720"/>
          </a:xfrm>
          <a:prstGeom prst="rect">
            <a:avLst/>
          </a:prstGeom>
          <a:noFill/>
          <a:ln/>
        </p:spPr>
        <p:txBody>
          <a:bodyPr wrap="square" lIns="0" tIns="0" rIns="0" bIns="0" rtlCol="0" anchor="ctr"/>
          <a:lstStyle/>
          <a:p>
            <a:pPr algn="ctr" indent="0" marL="0">
              <a:buNone/>
            </a:pPr>
            <a:r>
              <a:rPr lang="en-US" sz="4000" b="1" dirty="0">
                <a:solidFill>
                  <a:srgbClr val="FFFFFF"/>
                </a:solidFill>
                <a:latin typeface="Malgun Gothic" pitchFamily="34" charset="0"/>
                <a:ea typeface="Malgun Gothic" pitchFamily="34" charset="-122"/>
                <a:cs typeface="Malgun Gothic" pitchFamily="34" charset="-120"/>
              </a:rPr>
              <a:t>土</a:t>
            </a:r>
            <a:endParaRPr lang="en-US" sz="4000" dirty="0"/>
          </a:p>
        </p:txBody>
      </p:sp>
      <p:sp>
        <p:nvSpPr>
          <p:cNvPr id="26" name="Text 24"/>
          <p:cNvSpPr txBox="1"/>
          <p:nvPr/>
        </p:nvSpPr>
        <p:spPr>
          <a:xfrm>
            <a:off x="9753356" y="3200400"/>
            <a:ext cx="1889699" cy="457200"/>
          </a:xfrm>
          <a:prstGeom prst="rect">
            <a:avLst/>
          </a:prstGeom>
          <a:noFill/>
          <a:ln/>
        </p:spPr>
        <p:txBody>
          <a:bodyPr wrap="square" lIns="0" tIns="0" rIns="0" bIns="0" rtlCol="0" anchor="ctr"/>
          <a:lstStyle/>
          <a:p>
            <a:pPr algn="ctr" indent="0" marL="0">
              <a:buNone/>
            </a:pPr>
            <a:r>
              <a:rPr lang="en-US" sz="1900" b="1" dirty="0">
                <a:solidFill>
                  <a:srgbClr val="22212A"/>
                </a:solidFill>
                <a:latin typeface="Malgun Gothic" pitchFamily="34" charset="0"/>
                <a:ea typeface="Malgun Gothic" pitchFamily="34" charset="-122"/>
                <a:cs typeface="Malgun Gothic" pitchFamily="34" charset="-120"/>
              </a:rPr>
              <a:t>太極 태극</a:t>
            </a:r>
            <a:endParaRPr lang="en-US" sz="1900" dirty="0"/>
          </a:p>
        </p:txBody>
      </p:sp>
      <p:sp>
        <p:nvSpPr>
          <p:cNvPr id="27" name="Text 25"/>
          <p:cNvSpPr txBox="1"/>
          <p:nvPr/>
        </p:nvSpPr>
        <p:spPr>
          <a:xfrm>
            <a:off x="9753356" y="3675888"/>
            <a:ext cx="1889699" cy="1828800"/>
          </a:xfrm>
          <a:prstGeom prst="rect">
            <a:avLst/>
          </a:prstGeom>
          <a:noFill/>
          <a:ln/>
        </p:spPr>
        <p:txBody>
          <a:bodyPr wrap="square" lIns="0" tIns="0" rIns="0" bIns="0" rtlCol="0" anchor="t"/>
          <a:lstStyle/>
          <a:p>
            <a:pPr algn="ctr" indent="0" marL="0">
              <a:buNone/>
            </a:pPr>
            <a:r>
              <a:rPr lang="en-US" sz="1500" dirty="0">
                <a:solidFill>
                  <a:srgbClr val="6B6778"/>
                </a:solidFill>
                <a:latin typeface="Malgun Gothic" pitchFamily="34" charset="0"/>
                <a:ea typeface="Malgun Gothic" pitchFamily="34" charset="-122"/>
                <a:cs typeface="Malgun Gothic" pitchFamily="34" charset="-120"/>
              </a:rPr>
              <a:t>5</a:t>
            </a:r>
            <a:endParaRPr lang="en-US" sz="1500" dirty="0"/>
          </a:p>
        </p:txBody>
      </p:sp>
      <p:sp>
        <p:nvSpPr>
          <p:cNvPr id="28" name="Text 26"/>
          <p:cNvSpPr txBox="1"/>
          <p:nvPr/>
        </p:nvSpPr>
        <p:spPr>
          <a:xfrm>
            <a:off x="548640" y="5577840"/>
            <a:ext cx="11094415" cy="640080"/>
          </a:xfrm>
          <a:prstGeom prst="rect">
            <a:avLst/>
          </a:prstGeom>
          <a:solidFill>
            <a:srgbClr val="F3F1F6"/>
          </a:solidFill>
          <a:ln/>
        </p:spPr>
        <p:txBody>
          <a:bodyPr wrap="square" lIns="0" tIns="0" rIns="0" bIns="0" rtlCol="0" anchor="ctr"/>
          <a:lstStyle/>
          <a:p>
            <a:pPr algn="ctr" indent="0" marL="0">
              <a:buNone/>
            </a:pPr>
            <a:r>
              <a:rPr lang="en-US" sz="1400" b="1" dirty="0">
                <a:solidFill>
                  <a:srgbClr val="22212A"/>
                </a:solidFill>
                <a:latin typeface="Malgun Gothic" pitchFamily="34" charset="0"/>
                <a:ea typeface="Malgun Gothic" pitchFamily="34" charset="-122"/>
                <a:cs typeface="Malgun Gothic" pitchFamily="34" charset="-120"/>
              </a:rPr>
              <a:t>天地未判 其名混沌 — 천지가 나뉘기 전을 혼돈이라 한다 · 輕淸爲天 重濁爲地 — 가볍고 맑은 것은 하늘, 무겁고 탁한 것은 땅이 되었다</a:t>
            </a:r>
            <a:endParaRPr lang="en-US" sz="1400" dirty="0"/>
          </a:p>
        </p:txBody>
      </p:sp>
      <p:sp>
        <p:nvSpPr>
          <p:cNvPr id="29" name="Text 27"/>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rgbClr val="6B6778"/>
                </a:solidFill>
                <a:latin typeface="Malgun Gothic" pitchFamily="34" charset="0"/>
                <a:ea typeface="Malgun Gothic" pitchFamily="34" charset="-122"/>
                <a:cs typeface="Malgun Gothic" pitchFamily="34" charset="-120"/>
              </a:rPr>
              <a:t>의명보감 1 기초편 · 제1장 창조와 음양오행</a:t>
            </a:r>
            <a:endParaRPr lang="en-US" sz="1000" dirty="0"/>
          </a:p>
        </p:txBody>
      </p:sp>
      <p:sp>
        <p:nvSpPr>
          <p:cNvPr id="30" name="Text 28"/>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6B6778"/>
                </a:solidFill>
                <a:latin typeface="Malgun Gothic" pitchFamily="34" charset="0"/>
                <a:ea typeface="Malgun Gothic" pitchFamily="34" charset="-122"/>
                <a:cs typeface="Malgun Gothic"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320040"/>
          </a:xfrm>
          <a:prstGeom prst="rect">
            <a:avLst/>
          </a:prstGeom>
          <a:noFill/>
          <a:ln/>
        </p:spPr>
        <p:txBody>
          <a:bodyPr wrap="square" lIns="0" tIns="0" rIns="0" bIns="0" rtlCol="0" anchor="ctr"/>
          <a:lstStyle/>
          <a:p>
            <a:pPr indent="0" marL="0">
              <a:buNone/>
            </a:pPr>
            <a:r>
              <a:rPr lang="en-US" sz="1300" b="1" dirty="0">
                <a:solidFill>
                  <a:srgbClr val="B23A2E"/>
                </a:solidFill>
                <a:latin typeface="Malgun Gothic" pitchFamily="34" charset="0"/>
                <a:ea typeface="Malgun Gothic" pitchFamily="34" charset="-122"/>
                <a:cs typeface="Malgun Gothic" pitchFamily="34" charset="-120"/>
              </a:rPr>
              <a:t>06 창조의 완성</a:t>
            </a:r>
            <a:endParaRPr lang="en-US" sz="1300" dirty="0"/>
          </a:p>
        </p:txBody>
      </p:sp>
      <p:sp>
        <p:nvSpPr>
          <p:cNvPr id="3" name="Text 1"/>
          <p:cNvSpPr txBox="1"/>
          <p:nvPr/>
        </p:nvSpPr>
        <p:spPr>
          <a:xfrm>
            <a:off x="548640" y="658368"/>
            <a:ext cx="11094415" cy="685800"/>
          </a:xfrm>
          <a:prstGeom prst="rect">
            <a:avLst/>
          </a:prstGeom>
          <a:noFill/>
          <a:ln/>
        </p:spPr>
        <p:txBody>
          <a:bodyPr wrap="square" lIns="0" tIns="0" rIns="0" bIns="0" rtlCol="0" anchor="ctr"/>
          <a:lstStyle/>
          <a:p>
            <a:pPr indent="0" marL="0">
              <a:buNone/>
            </a:pPr>
            <a:r>
              <a:rPr lang="en-US" sz="3000" b="1" dirty="0">
                <a:solidFill>
                  <a:srgbClr val="22212A"/>
                </a:solidFill>
                <a:latin typeface="Malgun Gothic" pitchFamily="34" charset="0"/>
                <a:ea typeface="Malgun Gothic" pitchFamily="34" charset="-122"/>
                <a:cs typeface="Malgun Gothic" pitchFamily="34" charset="-120"/>
              </a:rPr>
              <a:t>『천부경(天符經)』 — 81자에 담긴 창조</a:t>
            </a:r>
            <a:endParaRPr lang="en-US" sz="30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4415" cy="914400"/>
        </p:xfrm>
        <a:graphic>
          <a:graphicData uri="http://schemas.openxmlformats.org/drawingml/2006/table">
            <a:tbl>
              <a:tblPr/>
              <a:tblGrid>
                <a:gridCol w="4206240"/>
                <a:gridCol w="6885432"/>
              </a:tblGrid>
              <a:tr h="502920">
                <a:tc>
                  <a:txBody>
                    <a:bodyP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구절</a:t>
                      </a:r>
                      <a:endParaRPr lang="en-US" sz="14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1D1C24"/>
                    </a:solidFill>
                  </a:tcPr>
                </a:tc>
                <a:tc>
                  <a:txBody>
                    <a:bodyP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저자의 풀이</a:t>
                      </a:r>
                      <a:endParaRPr lang="en-US" sz="14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1D1C24"/>
                    </a:solidFill>
                  </a:tcPr>
                </a:tc>
              </a:tr>
              <a:tr h="502920">
                <a:tc>
                  <a:txBody>
                    <a:bodyPr/>
                    <a:lstStyle/>
                    <a:p>
                      <a:pPr algn="ctr" indent="0" marL="0">
                        <a:buNone/>
                      </a:pPr>
                      <a:r>
                        <a:rPr lang="en-US" sz="1400" b="1" dirty="0">
                          <a:solidFill>
                            <a:srgbClr val="22212A"/>
                          </a:solidFill>
                          <a:latin typeface="Malgun Gothic" pitchFamily="34" charset="0"/>
                          <a:ea typeface="Malgun Gothic" pitchFamily="34" charset="-122"/>
                          <a:cs typeface="Malgun Gothic" pitchFamily="34" charset="-120"/>
                        </a:rPr>
                        <a:t>一始無始一</a:t>
                      </a:r>
                      <a:endParaRPr lang="en-US" sz="14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400" dirty="0">
                          <a:solidFill>
                            <a:srgbClr val="22212A"/>
                          </a:solidFill>
                          <a:latin typeface="Malgun Gothic" pitchFamily="34" charset="0"/>
                          <a:ea typeface="Malgun Gothic" pitchFamily="34" charset="-122"/>
                          <a:cs typeface="Malgun Gothic" pitchFamily="34" charset="-120"/>
                        </a:rPr>
                        <a:t>一氣가 無(道)에서 시작되니, 시작된 것은 一氣다</a:t>
                      </a:r>
                      <a:endParaRPr lang="en-US" sz="14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r>
              <a:tr h="502920">
                <a:tc>
                  <a:txBody>
                    <a:bodyPr/>
                    <a:lstStyle/>
                    <a:p>
                      <a:pPr algn="ctr" indent="0" marL="0">
                        <a:buNone/>
                      </a:pPr>
                      <a:r>
                        <a:rPr lang="en-US" sz="1400" b="1" dirty="0">
                          <a:solidFill>
                            <a:srgbClr val="22212A"/>
                          </a:solidFill>
                          <a:latin typeface="Malgun Gothic" pitchFamily="34" charset="0"/>
                          <a:ea typeface="Malgun Gothic" pitchFamily="34" charset="-122"/>
                          <a:cs typeface="Malgun Gothic" pitchFamily="34" charset="-120"/>
                        </a:rPr>
                        <a:t>析三極 無盡本</a:t>
                      </a:r>
                      <a:endParaRPr lang="en-US" sz="14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2212A"/>
                          </a:solidFill>
                          <a:latin typeface="Malgun Gothic" pitchFamily="34" charset="0"/>
                          <a:ea typeface="Malgun Gothic" pitchFamily="34" charset="-122"/>
                          <a:cs typeface="Malgun Gothic" pitchFamily="34" charset="-120"/>
                        </a:rPr>
                        <a:t>셋으로 나뉘나 본질은 변함없다</a:t>
                      </a:r>
                      <a:endParaRPr lang="en-US" sz="14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r>
              <a:tr h="502920">
                <a:tc>
                  <a:txBody>
                    <a:bodyPr/>
                    <a:lstStyle/>
                    <a:p>
                      <a:pPr algn="ctr" indent="0" marL="0">
                        <a:buNone/>
                      </a:pPr>
                      <a:r>
                        <a:rPr lang="en-US" sz="1400" b="1" dirty="0">
                          <a:solidFill>
                            <a:srgbClr val="22212A"/>
                          </a:solidFill>
                          <a:latin typeface="Malgun Gothic" pitchFamily="34" charset="0"/>
                          <a:ea typeface="Malgun Gothic" pitchFamily="34" charset="-122"/>
                          <a:cs typeface="Malgun Gothic" pitchFamily="34" charset="-120"/>
                        </a:rPr>
                        <a:t>天一一 地一二 人一三</a:t>
                      </a:r>
                      <a:endParaRPr lang="en-US" sz="14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400" dirty="0">
                          <a:solidFill>
                            <a:srgbClr val="22212A"/>
                          </a:solidFill>
                          <a:latin typeface="Malgun Gothic" pitchFamily="34" charset="0"/>
                          <a:ea typeface="Malgun Gothic" pitchFamily="34" charset="-122"/>
                          <a:cs typeface="Malgun Gothic" pitchFamily="34" charset="-120"/>
                        </a:rPr>
                        <a:t>하늘이 첫째, 땅이 둘째, 인간과 만물이 셋째</a:t>
                      </a:r>
                      <a:endParaRPr lang="en-US" sz="14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r>
              <a:tr h="502920">
                <a:tc>
                  <a:txBody>
                    <a:bodyPr/>
                    <a:lstStyle/>
                    <a:p>
                      <a:pPr algn="ctr" indent="0" marL="0">
                        <a:buNone/>
                      </a:pPr>
                      <a:r>
                        <a:rPr lang="en-US" sz="1400" b="1" dirty="0">
                          <a:solidFill>
                            <a:srgbClr val="22212A"/>
                          </a:solidFill>
                          <a:latin typeface="Malgun Gothic" pitchFamily="34" charset="0"/>
                          <a:ea typeface="Malgun Gothic" pitchFamily="34" charset="-122"/>
                          <a:cs typeface="Malgun Gothic" pitchFamily="34" charset="-120"/>
                        </a:rPr>
                        <a:t>天二三 地二三 人二三 大三合六</a:t>
                      </a:r>
                      <a:endParaRPr lang="en-US" sz="14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2212A"/>
                          </a:solidFill>
                          <a:latin typeface="Malgun Gothic" pitchFamily="34" charset="0"/>
                          <a:ea typeface="Malgun Gothic" pitchFamily="34" charset="-122"/>
                          <a:cs typeface="Malgun Gothic" pitchFamily="34" charset="-120"/>
                        </a:rPr>
                        <a:t>하늘·땅·사람 모두 음양 二氣가 결합한 셋의 산물, 합하면 六</a:t>
                      </a:r>
                      <a:endParaRPr lang="en-US" sz="14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r>
              <a:tr h="502920">
                <a:tc>
                  <a:txBody>
                    <a:bodyPr/>
                    <a:lstStyle/>
                    <a:p>
                      <a:pPr algn="ctr" indent="0" marL="0">
                        <a:buNone/>
                      </a:pPr>
                      <a:r>
                        <a:rPr lang="en-US" sz="1400" b="1" dirty="0">
                          <a:solidFill>
                            <a:srgbClr val="22212A"/>
                          </a:solidFill>
                          <a:latin typeface="Malgun Gothic" pitchFamily="34" charset="0"/>
                          <a:ea typeface="Malgun Gothic" pitchFamily="34" charset="-122"/>
                          <a:cs typeface="Malgun Gothic" pitchFamily="34" charset="-120"/>
                        </a:rPr>
                        <a:t>生七八九 運三四成環五七</a:t>
                      </a:r>
                      <a:endParaRPr lang="en-US" sz="14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400" dirty="0">
                          <a:solidFill>
                            <a:srgbClr val="22212A"/>
                          </a:solidFill>
                          <a:latin typeface="Malgun Gothic" pitchFamily="34" charset="0"/>
                          <a:ea typeface="Malgun Gothic" pitchFamily="34" charset="-122"/>
                          <a:cs typeface="Malgun Gothic" pitchFamily="34" charset="-120"/>
                        </a:rPr>
                        <a:t>六水에서 七火·八木·九金으로 퍼지고 五土로 돌아온다</a:t>
                      </a:r>
                      <a:endParaRPr lang="en-US" sz="14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r>
              <a:tr h="502920">
                <a:tc>
                  <a:txBody>
                    <a:bodyPr/>
                    <a:lstStyle/>
                    <a:p>
                      <a:pPr algn="ctr" indent="0" marL="0">
                        <a:buNone/>
                      </a:pPr>
                      <a:r>
                        <a:rPr lang="en-US" sz="1400" b="1" dirty="0">
                          <a:solidFill>
                            <a:srgbClr val="22212A"/>
                          </a:solidFill>
                          <a:latin typeface="Malgun Gothic" pitchFamily="34" charset="0"/>
                          <a:ea typeface="Malgun Gothic" pitchFamily="34" charset="-122"/>
                          <a:cs typeface="Malgun Gothic" pitchFamily="34" charset="-120"/>
                        </a:rPr>
                        <a:t>一妙衍 萬往萬來 用變不動本</a:t>
                      </a:r>
                      <a:endParaRPr lang="en-US" sz="14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2212A"/>
                          </a:solidFill>
                          <a:latin typeface="Malgun Gothic" pitchFamily="34" charset="0"/>
                          <a:ea typeface="Malgun Gothic" pitchFamily="34" charset="-122"/>
                          <a:cs typeface="Malgun Gothic" pitchFamily="34" charset="-120"/>
                        </a:rPr>
                        <a:t>무한히 생멸하지만 근본은 변하지 않는다</a:t>
                      </a:r>
                      <a:endParaRPr lang="en-US" sz="14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r>
              <a:tr h="502920">
                <a:tc>
                  <a:txBody>
                    <a:bodyPr/>
                    <a:lstStyle/>
                    <a:p>
                      <a:pPr algn="ctr" indent="0" marL="0">
                        <a:buNone/>
                      </a:pPr>
                      <a:r>
                        <a:rPr lang="en-US" sz="1400" b="1" dirty="0">
                          <a:solidFill>
                            <a:srgbClr val="22212A"/>
                          </a:solidFill>
                          <a:latin typeface="Malgun Gothic" pitchFamily="34" charset="0"/>
                          <a:ea typeface="Malgun Gothic" pitchFamily="34" charset="-122"/>
                          <a:cs typeface="Malgun Gothic" pitchFamily="34" charset="-120"/>
                        </a:rPr>
                        <a:t>本心本太陽昂明 人中天地一</a:t>
                      </a:r>
                      <a:endParaRPr lang="en-US" sz="14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400" dirty="0">
                          <a:solidFill>
                            <a:srgbClr val="22212A"/>
                          </a:solidFill>
                          <a:latin typeface="Malgun Gothic" pitchFamily="34" charset="0"/>
                          <a:ea typeface="Malgun Gothic" pitchFamily="34" charset="-122"/>
                          <a:cs typeface="Malgun Gothic" pitchFamily="34" charset="-120"/>
                        </a:rPr>
                        <a:t>마음이 맑고 밝으면 천지가 다 사람 가운데 있다</a:t>
                      </a:r>
                      <a:endParaRPr lang="en-US" sz="14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r>
              <a:tr h="502920">
                <a:tc>
                  <a:txBody>
                    <a:bodyPr/>
                    <a:lstStyle/>
                    <a:p>
                      <a:pPr algn="ctr" indent="0" marL="0">
                        <a:buNone/>
                      </a:pPr>
                      <a:r>
                        <a:rPr lang="en-US" sz="1400" b="1" dirty="0">
                          <a:solidFill>
                            <a:srgbClr val="22212A"/>
                          </a:solidFill>
                          <a:latin typeface="Malgun Gothic" pitchFamily="34" charset="0"/>
                          <a:ea typeface="Malgun Gothic" pitchFamily="34" charset="-122"/>
                          <a:cs typeface="Malgun Gothic" pitchFamily="34" charset="-120"/>
                        </a:rPr>
                        <a:t>一終無終一</a:t>
                      </a:r>
                      <a:endParaRPr lang="en-US" sz="14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2212A"/>
                          </a:solidFill>
                          <a:latin typeface="Malgun Gothic" pitchFamily="34" charset="0"/>
                          <a:ea typeface="Malgun Gothic" pitchFamily="34" charset="-122"/>
                          <a:cs typeface="Malgun Gothic" pitchFamily="34" charset="-120"/>
                        </a:rPr>
                        <a:t>결국 道로 돌아가고, 즉시 다시 하나로 태어난다</a:t>
                      </a:r>
                      <a:endParaRPr lang="en-US" sz="14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rgbClr val="6B6778"/>
                </a:solidFill>
                <a:latin typeface="Malgun Gothic" pitchFamily="34" charset="0"/>
                <a:ea typeface="Malgun Gothic" pitchFamily="34" charset="-122"/>
                <a:cs typeface="Malgun Gothic" pitchFamily="34" charset="-120"/>
              </a:rPr>
              <a:t>의명보감 1 기초편 · 제1장 창조와 음양오행</a:t>
            </a:r>
            <a:endParaRPr lang="en-US" sz="1000" dirty="0"/>
          </a:p>
        </p:txBody>
      </p:sp>
      <p:sp>
        <p:nvSpPr>
          <p:cNvPr id="6" name="Text 3"/>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6B6778"/>
                </a:solidFill>
                <a:latin typeface="Malgun Gothic" pitchFamily="34" charset="0"/>
                <a:ea typeface="Malgun Gothic" pitchFamily="34" charset="-122"/>
                <a:cs typeface="Malgun Gothic"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320040"/>
          </a:xfrm>
          <a:prstGeom prst="rect">
            <a:avLst/>
          </a:prstGeom>
          <a:noFill/>
          <a:ln/>
        </p:spPr>
        <p:txBody>
          <a:bodyPr wrap="square" lIns="0" tIns="0" rIns="0" bIns="0" rtlCol="0" anchor="ctr"/>
          <a:lstStyle/>
          <a:p>
            <a:pPr indent="0" marL="0">
              <a:buNone/>
            </a:pPr>
            <a:r>
              <a:rPr lang="en-US" sz="1300" b="1" dirty="0">
                <a:solidFill>
                  <a:srgbClr val="B23A2E"/>
                </a:solidFill>
                <a:latin typeface="Malgun Gothic" pitchFamily="34" charset="0"/>
                <a:ea typeface="Malgun Gothic" pitchFamily="34" charset="-122"/>
                <a:cs typeface="Malgun Gothic" pitchFamily="34" charset="-120"/>
              </a:rPr>
              <a:t>07 음양오행과 한민족</a:t>
            </a:r>
            <a:endParaRPr lang="en-US" sz="1300" dirty="0"/>
          </a:p>
        </p:txBody>
      </p:sp>
      <p:sp>
        <p:nvSpPr>
          <p:cNvPr id="3" name="Text 1"/>
          <p:cNvSpPr txBox="1"/>
          <p:nvPr/>
        </p:nvSpPr>
        <p:spPr>
          <a:xfrm>
            <a:off x="548640" y="658368"/>
            <a:ext cx="11094415" cy="685800"/>
          </a:xfrm>
          <a:prstGeom prst="rect">
            <a:avLst/>
          </a:prstGeom>
          <a:noFill/>
          <a:ln/>
        </p:spPr>
        <p:txBody>
          <a:bodyPr wrap="square" lIns="0" tIns="0" rIns="0" bIns="0" rtlCol="0" anchor="ctr"/>
          <a:lstStyle/>
          <a:p>
            <a:pPr indent="0" marL="0">
              <a:buNone/>
            </a:pPr>
            <a:r>
              <a:rPr lang="en-US" sz="3000" b="1" dirty="0">
                <a:solidFill>
                  <a:srgbClr val="22212A"/>
                </a:solidFill>
                <a:latin typeface="Malgun Gothic" pitchFamily="34" charset="0"/>
                <a:ea typeface="Malgun Gothic" pitchFamily="34" charset="-122"/>
                <a:cs typeface="Malgun Gothic" pitchFamily="34" charset="-120"/>
              </a:rPr>
              <a:t>음양오행과 한민족</a:t>
            </a:r>
            <a:endParaRPr lang="en-US" sz="3000" dirty="0"/>
          </a:p>
        </p:txBody>
      </p:sp>
      <p:sp>
        <p:nvSpPr>
          <p:cNvPr id="4" name="Text 2"/>
          <p:cNvSpPr txBox="1"/>
          <p:nvPr/>
        </p:nvSpPr>
        <p:spPr>
          <a:xfrm>
            <a:off x="548640" y="1554480"/>
            <a:ext cx="7223760" cy="4572000"/>
          </a:xfrm>
          <a:prstGeom prst="rect">
            <a:avLst/>
          </a:prstGeom>
          <a:noFill/>
          <a:ln/>
        </p:spPr>
        <p:txBody>
          <a:bodyPr wrap="square" lIns="0" tIns="0" rIns="0" bIns="0" rtlCol="0" anchor="t"/>
          <a:lstStyle/>
          <a:p>
            <a:pPr indent="0" marL="0">
              <a:lnSpc>
                <a:spcPct val="115000"/>
              </a:lnSpc>
              <a:buNone/>
            </a:pPr>
            <a:r>
              <a:rPr lang="en-US" sz="1600" b="1" dirty="0">
                <a:solidFill>
                  <a:srgbClr val="22212A"/>
                </a:solidFill>
                <a:latin typeface="Malgun Gothic" pitchFamily="34" charset="0"/>
                <a:ea typeface="Malgun Gothic" pitchFamily="34" charset="-122"/>
                <a:cs typeface="Malgun Gothic" pitchFamily="34" charset="-120"/>
              </a:rPr>
              <a:t>저자의 주장</a:t>
            </a:r>
            <a:endParaRPr lang="en-US" sz="1600" dirty="0"/>
          </a:p>
          <a:p>
            <a:pPr indent="0" marL="0">
              <a:lnSpc>
                <a:spcPct val="115000"/>
              </a:lnSpc>
              <a:spcAft>
                <a:spcPts val="1600"/>
              </a:spcAft>
              <a:buNone/>
            </a:pPr>
            <a:r>
              <a:rPr lang="en-US" sz="1400" dirty="0">
                <a:solidFill>
                  <a:srgbClr val="6B6778"/>
                </a:solidFill>
                <a:latin typeface="Malgun Gothic" pitchFamily="34" charset="0"/>
                <a:ea typeface="Malgun Gothic" pitchFamily="34" charset="-122"/>
                <a:cs typeface="Malgun Gothic" pitchFamily="34" charset="-120"/>
              </a:rPr>
              <a:t>음양오행을 중국의 전유물로 보는 것은 사대모화와 식민사관의 폐해다. 배달국 발귀리 선인의 오행치수법, 자부선인의 칠성력을 근거로 든다.</a:t>
            </a:r>
            <a:endParaRPr lang="en-US" sz="1600" dirty="0"/>
          </a:p>
          <a:p>
            <a:pPr indent="0" marL="0">
              <a:lnSpc>
                <a:spcPct val="115000"/>
              </a:lnSpc>
              <a:buNone/>
            </a:pPr>
            <a:r>
              <a:rPr lang="en-US" sz="1600" b="1" dirty="0">
                <a:solidFill>
                  <a:srgbClr val="22212A"/>
                </a:solidFill>
                <a:latin typeface="Malgun Gothic" pitchFamily="34" charset="0"/>
                <a:ea typeface="Malgun Gothic" pitchFamily="34" charset="-122"/>
                <a:cs typeface="Malgun Gothic" pitchFamily="34" charset="-120"/>
              </a:rPr>
              <a:t>우리말 속의 음양오행</a:t>
            </a:r>
            <a:endParaRPr lang="en-US" sz="1600" dirty="0"/>
          </a:p>
          <a:p>
            <a:pPr indent="0" marL="0">
              <a:lnSpc>
                <a:spcPct val="115000"/>
              </a:lnSpc>
              <a:spcAft>
                <a:spcPts val="1600"/>
              </a:spcAft>
              <a:buNone/>
            </a:pPr>
            <a:r>
              <a:rPr lang="en-US" sz="1400" dirty="0">
                <a:solidFill>
                  <a:srgbClr val="6B6778"/>
                </a:solidFill>
                <a:latin typeface="Malgun Gothic" pitchFamily="34" charset="0"/>
                <a:ea typeface="Malgun Gothic" pitchFamily="34" charset="-122"/>
                <a:cs typeface="Malgun Gothic" pitchFamily="34" charset="-120"/>
              </a:rPr>
              <a:t>자음과 모음의 결합이 음양이고, 초성·중성·종성이 삼태극이다. 모음 ㅡ·ㅣ·ㆍ도 삼태극을 나타낸다.</a:t>
            </a:r>
            <a:endParaRPr lang="en-US" sz="1600" dirty="0"/>
          </a:p>
          <a:p>
            <a:pPr indent="0" marL="0">
              <a:lnSpc>
                <a:spcPct val="115000"/>
              </a:lnSpc>
              <a:buNone/>
            </a:pPr>
            <a:r>
              <a:rPr lang="en-US" sz="1600" b="1" dirty="0">
                <a:solidFill>
                  <a:srgbClr val="22212A"/>
                </a:solidFill>
                <a:latin typeface="Malgun Gothic" pitchFamily="34" charset="0"/>
                <a:ea typeface="Malgun Gothic" pitchFamily="34" charset="-122"/>
                <a:cs typeface="Malgun Gothic" pitchFamily="34" charset="-120"/>
              </a:rPr>
              <a:t>"사람"과 "사랑"</a:t>
            </a:r>
            <a:endParaRPr lang="en-US" sz="1600" dirty="0"/>
          </a:p>
          <a:p>
            <a:pPr indent="0" marL="0">
              <a:lnSpc>
                <a:spcPct val="115000"/>
              </a:lnSpc>
              <a:spcAft>
                <a:spcPts val="1600"/>
              </a:spcAft>
              <a:buNone/>
            </a:pPr>
            <a:r>
              <a:rPr lang="en-US" sz="1400" dirty="0">
                <a:solidFill>
                  <a:srgbClr val="6B6778"/>
                </a:solidFill>
                <a:latin typeface="Malgun Gothic" pitchFamily="34" charset="0"/>
                <a:ea typeface="Malgun Gothic" pitchFamily="34" charset="-122"/>
                <a:cs typeface="Malgun Gothic" pitchFamily="34" charset="-120"/>
              </a:rPr>
              <a:t>고대어 "사"는 물(陰), "라"는 빛(陽). 음양이 결합한 존재가 사람, 음양이 맺어지는 것이 사랑이라고 본다.</a:t>
            </a:r>
            <a:endParaRPr lang="en-US" sz="1600" dirty="0"/>
          </a:p>
          <a:p>
            <a:pPr indent="0" marL="0">
              <a:lnSpc>
                <a:spcPct val="115000"/>
              </a:lnSpc>
              <a:buNone/>
            </a:pPr>
            <a:r>
              <a:rPr lang="en-US" sz="1600" b="1" dirty="0">
                <a:solidFill>
                  <a:srgbClr val="22212A"/>
                </a:solidFill>
                <a:latin typeface="Malgun Gothic" pitchFamily="34" charset="0"/>
                <a:ea typeface="Malgun Gothic" pitchFamily="34" charset="-122"/>
                <a:cs typeface="Malgun Gothic" pitchFamily="34" charset="-120"/>
              </a:rPr>
              <a:t>균형 잡힌 결론</a:t>
            </a:r>
            <a:endParaRPr lang="en-US" sz="1600" dirty="0"/>
          </a:p>
          <a:p>
            <a:pPr indent="0" marL="0">
              <a:lnSpc>
                <a:spcPct val="115000"/>
              </a:lnSpc>
              <a:buNone/>
            </a:pPr>
            <a:r>
              <a:rPr lang="en-US" sz="1400" dirty="0">
                <a:solidFill>
                  <a:srgbClr val="6B6778"/>
                </a:solidFill>
                <a:latin typeface="Malgun Gothic" pitchFamily="34" charset="0"/>
                <a:ea typeface="Malgun Gothic" pitchFamily="34" charset="-122"/>
                <a:cs typeface="Malgun Gothic" pitchFamily="34" charset="-120"/>
              </a:rPr>
              <a:t>동양문화는 동양 공동의 유산이며, 동서양 문화 통합에 한민족이 기여하기를 기대한다.</a:t>
            </a:r>
            <a:endParaRPr lang="en-US" sz="1600" dirty="0"/>
          </a:p>
        </p:txBody>
      </p:sp>
      <p:sp>
        <p:nvSpPr>
          <p:cNvPr id="5" name="Shape 3"/>
          <p:cNvSpPr/>
          <p:nvPr/>
        </p:nvSpPr>
        <p:spPr>
          <a:xfrm>
            <a:off x="8229600" y="1554480"/>
            <a:ext cx="3410712" cy="4480560"/>
          </a:xfrm>
          <a:prstGeom prst="roundRect">
            <a:avLst>
              <a:gd name="adj" fmla="val 4021"/>
            </a:avLst>
          </a:prstGeom>
          <a:solidFill>
            <a:srgbClr val="F3F1F6"/>
          </a:solidFill>
          <a:ln w="12700">
            <a:solidFill>
              <a:srgbClr val="F3F1F6"/>
            </a:solidFill>
            <a:prstDash val="solid"/>
          </a:ln>
        </p:spPr>
      </p:sp>
      <p:sp>
        <p:nvSpPr>
          <p:cNvPr id="6" name="Shape 4"/>
          <p:cNvSpPr/>
          <p:nvPr/>
        </p:nvSpPr>
        <p:spPr>
          <a:xfrm>
            <a:off x="8837676" y="1920240"/>
            <a:ext cx="2194560" cy="2194560"/>
          </a:xfrm>
          <a:prstGeom prst="ellipse">
            <a:avLst/>
          </a:prstGeom>
          <a:solidFill>
            <a:srgbClr val="B23A2E"/>
          </a:solidFill>
          <a:ln w="12700">
            <a:solidFill>
              <a:srgbClr val="B23A2E"/>
            </a:solidFill>
            <a:prstDash val="solid"/>
          </a:ln>
        </p:spPr>
      </p:sp>
      <p:sp>
        <p:nvSpPr>
          <p:cNvPr id="7" name="Text 5"/>
          <p:cNvSpPr txBox="1"/>
          <p:nvPr/>
        </p:nvSpPr>
        <p:spPr>
          <a:xfrm>
            <a:off x="8837676" y="1920240"/>
            <a:ext cx="2194560" cy="2194560"/>
          </a:xfrm>
          <a:prstGeom prst="rect">
            <a:avLst/>
          </a:prstGeom>
          <a:noFill/>
          <a:ln/>
        </p:spPr>
        <p:txBody>
          <a:bodyPr wrap="square" lIns="0" tIns="0" rIns="0" bIns="0" rtlCol="0" anchor="ctr"/>
          <a:lstStyle/>
          <a:p>
            <a:pPr algn="ctr" indent="0" marL="0">
              <a:buNone/>
            </a:pPr>
            <a:r>
              <a:rPr lang="en-US" sz="4800" b="1" dirty="0">
                <a:solidFill>
                  <a:srgbClr val="FFFFFF"/>
                </a:solidFill>
                <a:latin typeface="Malgun Gothic" pitchFamily="34" charset="0"/>
                <a:ea typeface="Malgun Gothic" pitchFamily="34" charset="-122"/>
                <a:cs typeface="Malgun Gothic" pitchFamily="34" charset="-120"/>
              </a:rPr>
              <a:t>사람</a:t>
            </a:r>
            <a:endParaRPr lang="en-US" sz="4800" dirty="0"/>
          </a:p>
        </p:txBody>
      </p:sp>
      <p:sp>
        <p:nvSpPr>
          <p:cNvPr id="8" name="Text 6"/>
          <p:cNvSpPr txBox="1"/>
          <p:nvPr/>
        </p:nvSpPr>
        <p:spPr>
          <a:xfrm>
            <a:off x="8412480" y="4343400"/>
            <a:ext cx="3044952" cy="1463040"/>
          </a:xfrm>
          <a:prstGeom prst="rect">
            <a:avLst/>
          </a:prstGeom>
          <a:noFill/>
          <a:ln/>
        </p:spPr>
        <p:txBody>
          <a:bodyPr wrap="square" lIns="0" tIns="0" rIns="0" bIns="0" rtlCol="0" anchor="t"/>
          <a:lstStyle/>
          <a:p>
            <a:pPr algn="ctr" indent="0" marL="0">
              <a:buNone/>
            </a:pPr>
            <a:r>
              <a:rPr lang="en-US" sz="1400" dirty="0">
                <a:solidFill>
                  <a:srgbClr val="22212A"/>
                </a:solidFill>
                <a:latin typeface="Malgun Gothic" pitchFamily="34" charset="0"/>
                <a:ea typeface="Malgun Gothic" pitchFamily="34" charset="-122"/>
                <a:cs typeface="Malgun Gothic" pitchFamily="34" charset="-120"/>
              </a:rPr>
              <a:t>사(물 · 陰) + 라(빛 · 陽)</a:t>
            </a:r>
            <a:endParaRPr lang="en-US" sz="1400" dirty="0"/>
          </a:p>
        </p:txBody>
      </p:sp>
      <p:sp>
        <p:nvSpPr>
          <p:cNvPr id="9" name="Text 7"/>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rgbClr val="6B6778"/>
                </a:solidFill>
                <a:latin typeface="Malgun Gothic" pitchFamily="34" charset="0"/>
                <a:ea typeface="Malgun Gothic" pitchFamily="34" charset="-122"/>
                <a:cs typeface="Malgun Gothic" pitchFamily="34" charset="-120"/>
              </a:rPr>
              <a:t>의명보감 1 기초편 · 제1장 창조와 음양오행</a:t>
            </a:r>
            <a:endParaRPr lang="en-US" sz="1000" dirty="0"/>
          </a:p>
        </p:txBody>
      </p:sp>
      <p:sp>
        <p:nvSpPr>
          <p:cNvPr id="10" name="Text 8"/>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6B6778"/>
                </a:solidFill>
                <a:latin typeface="Malgun Gothic" pitchFamily="34" charset="0"/>
                <a:ea typeface="Malgun Gothic" pitchFamily="34" charset="-122"/>
                <a:cs typeface="Malgun Gothic" pitchFamily="34" charset="-120"/>
              </a:rPr>
              <a:t>19</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320040"/>
          </a:xfrm>
          <a:prstGeom prst="rect">
            <a:avLst/>
          </a:prstGeom>
          <a:noFill/>
          <a:ln/>
        </p:spPr>
        <p:txBody>
          <a:bodyPr wrap="square" lIns="0" tIns="0" rIns="0" bIns="0" rtlCol="0" anchor="ctr"/>
          <a:lstStyle/>
          <a:p>
            <a:pPr indent="0" marL="0">
              <a:buNone/>
            </a:pPr>
            <a:r>
              <a:rPr lang="en-US" sz="1300" b="1" dirty="0">
                <a:solidFill>
                  <a:srgbClr val="B23A2E"/>
                </a:solidFill>
                <a:latin typeface="Malgun Gothic" pitchFamily="34" charset="0"/>
                <a:ea typeface="Malgun Gothic" pitchFamily="34" charset="-122"/>
                <a:cs typeface="Malgun Gothic" pitchFamily="34" charset="-120"/>
              </a:rPr>
              <a:t>정리</a:t>
            </a:r>
            <a:endParaRPr lang="en-US" sz="1300" dirty="0"/>
          </a:p>
        </p:txBody>
      </p:sp>
      <p:sp>
        <p:nvSpPr>
          <p:cNvPr id="3" name="Text 1"/>
          <p:cNvSpPr txBox="1"/>
          <p:nvPr/>
        </p:nvSpPr>
        <p:spPr>
          <a:xfrm>
            <a:off x="548640" y="658368"/>
            <a:ext cx="11094415" cy="685800"/>
          </a:xfrm>
          <a:prstGeom prst="rect">
            <a:avLst/>
          </a:prstGeom>
          <a:noFill/>
          <a:ln/>
        </p:spPr>
        <p:txBody>
          <a:bodyPr wrap="square" lIns="0" tIns="0" rIns="0" bIns="0" rtlCol="0" anchor="ctr"/>
          <a:lstStyle/>
          <a:p>
            <a:pPr indent="0" marL="0">
              <a:buNone/>
            </a:pPr>
            <a:r>
              <a:rPr lang="en-US" sz="3000" b="1" dirty="0">
                <a:solidFill>
                  <a:srgbClr val="22212A"/>
                </a:solidFill>
                <a:latin typeface="Malgun Gothic" pitchFamily="34" charset="0"/>
                <a:ea typeface="Malgun Gothic" pitchFamily="34" charset="-122"/>
                <a:cs typeface="Malgun Gothic" pitchFamily="34" charset="-120"/>
              </a:rPr>
              <a:t>핵심 정리</a:t>
            </a:r>
            <a:endParaRPr lang="en-US" sz="3000" dirty="0"/>
          </a:p>
        </p:txBody>
      </p:sp>
      <p:sp>
        <p:nvSpPr>
          <p:cNvPr id="4" name="Shape 2"/>
          <p:cNvSpPr/>
          <p:nvPr/>
        </p:nvSpPr>
        <p:spPr>
          <a:xfrm>
            <a:off x="548640" y="1746504"/>
            <a:ext cx="457200" cy="457200"/>
          </a:xfrm>
          <a:prstGeom prst="ellipse">
            <a:avLst/>
          </a:prstGeom>
          <a:solidFill>
            <a:srgbClr val="B23A2E"/>
          </a:solidFill>
          <a:ln w="12700">
            <a:solidFill>
              <a:srgbClr val="B23A2E"/>
            </a:solidFill>
            <a:prstDash val="solid"/>
          </a:ln>
        </p:spPr>
      </p:sp>
      <p:sp>
        <p:nvSpPr>
          <p:cNvPr id="5" name="Text 3"/>
          <p:cNvSpPr txBox="1"/>
          <p:nvPr/>
        </p:nvSpPr>
        <p:spPr>
          <a:xfrm>
            <a:off x="548640" y="1746504"/>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1</a:t>
            </a:r>
            <a:endParaRPr lang="en-US" sz="1400" dirty="0"/>
          </a:p>
        </p:txBody>
      </p:sp>
      <p:sp>
        <p:nvSpPr>
          <p:cNvPr id="6" name="Text 4"/>
          <p:cNvSpPr txBox="1"/>
          <p:nvPr/>
        </p:nvSpPr>
        <p:spPr>
          <a:xfrm>
            <a:off x="1234440" y="1600200"/>
            <a:ext cx="10408615" cy="704088"/>
          </a:xfrm>
          <a:prstGeom prst="rect">
            <a:avLst/>
          </a:prstGeom>
          <a:noFill/>
          <a:ln/>
        </p:spPr>
        <p:txBody>
          <a:bodyPr wrap="square" lIns="0" tIns="0" rIns="0" bIns="0" rtlCol="0" anchor="ctr"/>
          <a:lstStyle/>
          <a:p>
            <a:pPr indent="0" marL="0">
              <a:buNone/>
            </a:pPr>
            <a:r>
              <a:rPr lang="en-US" sz="1600" dirty="0">
                <a:solidFill>
                  <a:srgbClr val="22212A"/>
                </a:solidFill>
                <a:latin typeface="Malgun Gothic" pitchFamily="34" charset="0"/>
                <a:ea typeface="Malgun Gothic" pitchFamily="34" charset="-122"/>
                <a:cs typeface="Malgun Gothic" pitchFamily="34" charset="-120"/>
              </a:rPr>
              <a:t>의명학 = 출생 순간의 사시(에너지·기후)를 음양오행 공식으로 읽어 체질과 운명을 보는 학문</a:t>
            </a:r>
            <a:endParaRPr lang="en-US" sz="1600" dirty="0"/>
          </a:p>
        </p:txBody>
      </p:sp>
      <p:sp>
        <p:nvSpPr>
          <p:cNvPr id="7" name="Shape 5"/>
          <p:cNvSpPr/>
          <p:nvPr/>
        </p:nvSpPr>
        <p:spPr>
          <a:xfrm>
            <a:off x="548640" y="2496312"/>
            <a:ext cx="457200" cy="457200"/>
          </a:xfrm>
          <a:prstGeom prst="ellipse">
            <a:avLst/>
          </a:prstGeom>
          <a:solidFill>
            <a:srgbClr val="B23A2E"/>
          </a:solidFill>
          <a:ln w="12700">
            <a:solidFill>
              <a:srgbClr val="B23A2E"/>
            </a:solidFill>
            <a:prstDash val="solid"/>
          </a:ln>
        </p:spPr>
      </p:sp>
      <p:sp>
        <p:nvSpPr>
          <p:cNvPr id="8" name="Text 6"/>
          <p:cNvSpPr txBox="1"/>
          <p:nvPr/>
        </p:nvSpPr>
        <p:spPr>
          <a:xfrm>
            <a:off x="548640" y="2496312"/>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2</a:t>
            </a:r>
            <a:endParaRPr lang="en-US" sz="1400" dirty="0"/>
          </a:p>
        </p:txBody>
      </p:sp>
      <p:sp>
        <p:nvSpPr>
          <p:cNvPr id="9" name="Text 7"/>
          <p:cNvSpPr txBox="1"/>
          <p:nvPr/>
        </p:nvSpPr>
        <p:spPr>
          <a:xfrm>
            <a:off x="1234440" y="2350008"/>
            <a:ext cx="10408615" cy="704088"/>
          </a:xfrm>
          <a:prstGeom prst="rect">
            <a:avLst/>
          </a:prstGeom>
          <a:noFill/>
          <a:ln/>
        </p:spPr>
        <p:txBody>
          <a:bodyPr wrap="square" lIns="0" tIns="0" rIns="0" bIns="0" rtlCol="0" anchor="ctr"/>
          <a:lstStyle/>
          <a:p>
            <a:pPr indent="0" marL="0">
              <a:buNone/>
            </a:pPr>
            <a:r>
              <a:rPr lang="en-US" sz="1600" dirty="0">
                <a:solidFill>
                  <a:srgbClr val="22212A"/>
                </a:solidFill>
                <a:latin typeface="Malgun Gothic" pitchFamily="34" charset="0"/>
                <a:ea typeface="Malgun Gothic" pitchFamily="34" charset="-122"/>
                <a:cs typeface="Malgun Gothic" pitchFamily="34" charset="-120"/>
              </a:rPr>
              <a:t>창조 순서: 道(태극) → 水(一, 陰) → 火(二, 陽) → 木(三, 씨눈) → 金(골격) → 土(형상)</a:t>
            </a:r>
            <a:endParaRPr lang="en-US" sz="1600" dirty="0"/>
          </a:p>
        </p:txBody>
      </p:sp>
      <p:sp>
        <p:nvSpPr>
          <p:cNvPr id="10" name="Shape 8"/>
          <p:cNvSpPr/>
          <p:nvPr/>
        </p:nvSpPr>
        <p:spPr>
          <a:xfrm>
            <a:off x="548640" y="3246120"/>
            <a:ext cx="457200" cy="457200"/>
          </a:xfrm>
          <a:prstGeom prst="ellipse">
            <a:avLst/>
          </a:prstGeom>
          <a:solidFill>
            <a:srgbClr val="B23A2E"/>
          </a:solidFill>
          <a:ln w="12700">
            <a:solidFill>
              <a:srgbClr val="B23A2E"/>
            </a:solidFill>
            <a:prstDash val="solid"/>
          </a:ln>
        </p:spPr>
      </p:sp>
      <p:sp>
        <p:nvSpPr>
          <p:cNvPr id="11" name="Text 9"/>
          <p:cNvSpPr txBox="1"/>
          <p:nvPr/>
        </p:nvSpPr>
        <p:spPr>
          <a:xfrm>
            <a:off x="548640" y="32461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3</a:t>
            </a:r>
            <a:endParaRPr lang="en-US" sz="1400" dirty="0"/>
          </a:p>
        </p:txBody>
      </p:sp>
      <p:sp>
        <p:nvSpPr>
          <p:cNvPr id="12" name="Text 10"/>
          <p:cNvSpPr txBox="1"/>
          <p:nvPr/>
        </p:nvSpPr>
        <p:spPr>
          <a:xfrm>
            <a:off x="1234440" y="3099816"/>
            <a:ext cx="10408615" cy="704088"/>
          </a:xfrm>
          <a:prstGeom prst="rect">
            <a:avLst/>
          </a:prstGeom>
          <a:noFill/>
          <a:ln/>
        </p:spPr>
        <p:txBody>
          <a:bodyPr wrap="square" lIns="0" tIns="0" rIns="0" bIns="0" rtlCol="0" anchor="ctr"/>
          <a:lstStyle/>
          <a:p>
            <a:pPr indent="0" marL="0">
              <a:buNone/>
            </a:pPr>
            <a:r>
              <a:rPr lang="en-US" sz="1600" dirty="0">
                <a:solidFill>
                  <a:srgbClr val="22212A"/>
                </a:solidFill>
                <a:latin typeface="Malgun Gothic" pitchFamily="34" charset="0"/>
                <a:ea typeface="Malgun Gothic" pitchFamily="34" charset="-122"/>
                <a:cs typeface="Malgun Gothic" pitchFamily="34" charset="-120"/>
              </a:rPr>
              <a:t>하도는 1~10, 생성과 상생 / 낙서는 1~9, 발전과 상극</a:t>
            </a:r>
            <a:endParaRPr lang="en-US" sz="1600" dirty="0"/>
          </a:p>
        </p:txBody>
      </p:sp>
      <p:sp>
        <p:nvSpPr>
          <p:cNvPr id="13" name="Shape 11"/>
          <p:cNvSpPr/>
          <p:nvPr/>
        </p:nvSpPr>
        <p:spPr>
          <a:xfrm>
            <a:off x="548640" y="3995928"/>
            <a:ext cx="457200" cy="457200"/>
          </a:xfrm>
          <a:prstGeom prst="ellipse">
            <a:avLst/>
          </a:prstGeom>
          <a:solidFill>
            <a:srgbClr val="B23A2E"/>
          </a:solidFill>
          <a:ln w="12700">
            <a:solidFill>
              <a:srgbClr val="B23A2E"/>
            </a:solidFill>
            <a:prstDash val="solid"/>
          </a:ln>
        </p:spPr>
      </p:sp>
      <p:sp>
        <p:nvSpPr>
          <p:cNvPr id="14" name="Text 12"/>
          <p:cNvSpPr txBox="1"/>
          <p:nvPr/>
        </p:nvSpPr>
        <p:spPr>
          <a:xfrm>
            <a:off x="548640" y="399592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4</a:t>
            </a:r>
            <a:endParaRPr lang="en-US" sz="1400" dirty="0"/>
          </a:p>
        </p:txBody>
      </p:sp>
      <p:sp>
        <p:nvSpPr>
          <p:cNvPr id="15" name="Text 13"/>
          <p:cNvSpPr txBox="1"/>
          <p:nvPr/>
        </p:nvSpPr>
        <p:spPr>
          <a:xfrm>
            <a:off x="1234440" y="3849624"/>
            <a:ext cx="10408615" cy="704088"/>
          </a:xfrm>
          <a:prstGeom prst="rect">
            <a:avLst/>
          </a:prstGeom>
          <a:noFill/>
          <a:ln/>
        </p:spPr>
        <p:txBody>
          <a:bodyPr wrap="square" lIns="0" tIns="0" rIns="0" bIns="0" rtlCol="0" anchor="ctr"/>
          <a:lstStyle/>
          <a:p>
            <a:pPr indent="0" marL="0">
              <a:buNone/>
            </a:pPr>
            <a:r>
              <a:rPr lang="en-US" sz="1600" dirty="0">
                <a:solidFill>
                  <a:srgbClr val="22212A"/>
                </a:solidFill>
                <a:latin typeface="Malgun Gothic" pitchFamily="34" charset="0"/>
                <a:ea typeface="Malgun Gothic" pitchFamily="34" charset="-122"/>
                <a:cs typeface="Malgun Gothic" pitchFamily="34" charset="-120"/>
              </a:rPr>
              <a:t>역(易): 태극 → 양의 → 사상 → 팔괘 → 64괘</a:t>
            </a:r>
            <a:endParaRPr lang="en-US" sz="1600" dirty="0"/>
          </a:p>
        </p:txBody>
      </p:sp>
      <p:sp>
        <p:nvSpPr>
          <p:cNvPr id="16" name="Shape 14"/>
          <p:cNvSpPr/>
          <p:nvPr/>
        </p:nvSpPr>
        <p:spPr>
          <a:xfrm>
            <a:off x="548640" y="4745736"/>
            <a:ext cx="457200" cy="457200"/>
          </a:xfrm>
          <a:prstGeom prst="ellipse">
            <a:avLst/>
          </a:prstGeom>
          <a:solidFill>
            <a:srgbClr val="B23A2E"/>
          </a:solidFill>
          <a:ln w="12700">
            <a:solidFill>
              <a:srgbClr val="B23A2E"/>
            </a:solidFill>
            <a:prstDash val="solid"/>
          </a:ln>
        </p:spPr>
      </p:sp>
      <p:sp>
        <p:nvSpPr>
          <p:cNvPr id="17" name="Text 15"/>
          <p:cNvSpPr txBox="1"/>
          <p:nvPr/>
        </p:nvSpPr>
        <p:spPr>
          <a:xfrm>
            <a:off x="548640" y="4745736"/>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5</a:t>
            </a:r>
            <a:endParaRPr lang="en-US" sz="1400" dirty="0"/>
          </a:p>
        </p:txBody>
      </p:sp>
      <p:sp>
        <p:nvSpPr>
          <p:cNvPr id="18" name="Text 16"/>
          <p:cNvSpPr txBox="1"/>
          <p:nvPr/>
        </p:nvSpPr>
        <p:spPr>
          <a:xfrm>
            <a:off x="1234440" y="4599432"/>
            <a:ext cx="10408615" cy="704088"/>
          </a:xfrm>
          <a:prstGeom prst="rect">
            <a:avLst/>
          </a:prstGeom>
          <a:noFill/>
          <a:ln/>
        </p:spPr>
        <p:txBody>
          <a:bodyPr wrap="square" lIns="0" tIns="0" rIns="0" bIns="0" rtlCol="0" anchor="ctr"/>
          <a:lstStyle/>
          <a:p>
            <a:pPr indent="0" marL="0">
              <a:buNone/>
            </a:pPr>
            <a:r>
              <a:rPr lang="en-US" sz="1600" dirty="0">
                <a:solidFill>
                  <a:srgbClr val="22212A"/>
                </a:solidFill>
                <a:latin typeface="Malgun Gothic" pitchFamily="34" charset="0"/>
                <a:ea typeface="Malgun Gothic" pitchFamily="34" charset="-122"/>
                <a:cs typeface="Malgun Gothic" pitchFamily="34" charset="-120"/>
              </a:rPr>
              <a:t>연해자평과 천부경도 같은 흐름 — 하나에서 셋으로 나뉘고 다시 하나로 돌아간다</a:t>
            </a:r>
            <a:endParaRPr lang="en-US" sz="1600" dirty="0"/>
          </a:p>
        </p:txBody>
      </p:sp>
      <p:sp>
        <p:nvSpPr>
          <p:cNvPr id="19" name="Text 17"/>
          <p:cNvSpPr txBox="1"/>
          <p:nvPr/>
        </p:nvSpPr>
        <p:spPr>
          <a:xfrm>
            <a:off x="548640" y="5532120"/>
            <a:ext cx="11094415" cy="640080"/>
          </a:xfrm>
          <a:prstGeom prst="rect">
            <a:avLst/>
          </a:prstGeom>
          <a:solidFill>
            <a:srgbClr val="F3F1F6"/>
          </a:solidFill>
          <a:ln/>
        </p:spPr>
        <p:txBody>
          <a:bodyPr wrap="square" lIns="0" tIns="2540" rIns="2540" bIns="0" rtlCol="0" anchor="ctr"/>
          <a:lstStyle/>
          <a:p>
            <a:pPr indent="0" marL="0">
              <a:buNone/>
            </a:pPr>
            <a:r>
              <a:rPr lang="en-US" sz="1500" b="1" dirty="0">
                <a:solidFill>
                  <a:srgbClr val="B23A2E"/>
                </a:solidFill>
                <a:latin typeface="Malgun Gothic" pitchFamily="34" charset="0"/>
                <a:ea typeface="Malgun Gothic" pitchFamily="34" charset="-122"/>
                <a:cs typeface="Malgun Gothic" pitchFamily="34" charset="-120"/>
              </a:rPr>
              <a:t>다음 시간  </a:t>
            </a:r>
            <a:pPr indent="0" marL="0">
              <a:buNone/>
            </a:pPr>
            <a:r>
              <a:rPr lang="en-US" sz="1500" dirty="0">
                <a:solidFill>
                  <a:srgbClr val="22212A"/>
                </a:solidFill>
                <a:latin typeface="Malgun Gothic" pitchFamily="34" charset="0"/>
                <a:ea typeface="Malgun Gothic" pitchFamily="34" charset="-122"/>
                <a:cs typeface="Malgun Gothic" pitchFamily="34" charset="-120"/>
              </a:rPr>
              <a:t>제2장 음양과 오행 — 음양의 성질, 木火土金水 각각의 성격, 상생과 상극</a:t>
            </a:r>
            <a:endParaRPr lang="en-US" sz="1500" dirty="0"/>
          </a:p>
        </p:txBody>
      </p:sp>
      <p:sp>
        <p:nvSpPr>
          <p:cNvPr id="20" name="Text 18"/>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rgbClr val="6B6778"/>
                </a:solidFill>
                <a:latin typeface="Malgun Gothic" pitchFamily="34" charset="0"/>
                <a:ea typeface="Malgun Gothic" pitchFamily="34" charset="-122"/>
                <a:cs typeface="Malgun Gothic" pitchFamily="34" charset="-120"/>
              </a:rPr>
              <a:t>의명보감 1 기초편 · 제1장 창조와 음양오행</a:t>
            </a:r>
            <a:endParaRPr lang="en-US" sz="1000" dirty="0"/>
          </a:p>
        </p:txBody>
      </p:sp>
      <p:sp>
        <p:nvSpPr>
          <p:cNvPr id="21" name="Text 19"/>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6B6778"/>
                </a:solidFill>
                <a:latin typeface="Malgun Gothic" pitchFamily="34" charset="0"/>
                <a:ea typeface="Malgun Gothic" pitchFamily="34" charset="-122"/>
                <a:cs typeface="Malgun Gothic" pitchFamily="34" charset="-120"/>
              </a:rPr>
              <a:t>20</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D1C24"/>
        </a:solidFill>
      </p:bgPr>
    </p:bg>
    <p:spTree>
      <p:nvGrpSpPr>
        <p:cNvPr id="1" name=""/>
        <p:cNvGrpSpPr/>
        <p:nvPr/>
      </p:nvGrpSpPr>
      <p:grpSpPr>
        <a:xfrm>
          <a:off x="0" y="0"/>
          <a:ext cx="0" cy="0"/>
          <a:chOff x="0" y="0"/>
          <a:chExt cx="0" cy="0"/>
        </a:xfrm>
      </p:grpSpPr>
      <p:sp>
        <p:nvSpPr>
          <p:cNvPr id="2" name="Text 0"/>
          <p:cNvSpPr txBox="1"/>
          <p:nvPr/>
        </p:nvSpPr>
        <p:spPr>
          <a:xfrm>
            <a:off x="548640" y="548640"/>
            <a:ext cx="11094415" cy="731520"/>
          </a:xfrm>
          <a:prstGeom prst="rect">
            <a:avLst/>
          </a:prstGeom>
          <a:noFill/>
          <a:ln/>
        </p:spPr>
        <p:txBody>
          <a:bodyPr wrap="square" lIns="0" tIns="0" rIns="0" bIns="0" rtlCol="0" anchor="ctr"/>
          <a:lstStyle/>
          <a:p>
            <a:pPr indent="0" marL="0">
              <a:buNone/>
            </a:pPr>
            <a:r>
              <a:rPr lang="en-US" sz="3200" b="1" dirty="0">
                <a:solidFill>
                  <a:srgbClr val="F4F1EA"/>
                </a:solidFill>
                <a:latin typeface="Malgun Gothic" pitchFamily="34" charset="0"/>
                <a:ea typeface="Malgun Gothic" pitchFamily="34" charset="-122"/>
                <a:cs typeface="Malgun Gothic" pitchFamily="34" charset="-120"/>
              </a:rPr>
              <a:t>함께 생각해 볼 질문</a:t>
            </a:r>
            <a:endParaRPr lang="en-US" sz="3200" dirty="0"/>
          </a:p>
        </p:txBody>
      </p:sp>
      <p:sp>
        <p:nvSpPr>
          <p:cNvPr id="3" name="Shape 1"/>
          <p:cNvSpPr/>
          <p:nvPr/>
        </p:nvSpPr>
        <p:spPr>
          <a:xfrm>
            <a:off x="548640" y="1874520"/>
            <a:ext cx="594360" cy="594360"/>
          </a:xfrm>
          <a:prstGeom prst="ellipse">
            <a:avLst/>
          </a:prstGeom>
          <a:solidFill>
            <a:srgbClr val="B23A2E"/>
          </a:solidFill>
          <a:ln w="12700">
            <a:solidFill>
              <a:srgbClr val="B23A2E"/>
            </a:solidFill>
            <a:prstDash val="solid"/>
          </a:ln>
        </p:spPr>
      </p:sp>
      <p:sp>
        <p:nvSpPr>
          <p:cNvPr id="4" name="Text 2"/>
          <p:cNvSpPr txBox="1"/>
          <p:nvPr/>
        </p:nvSpPr>
        <p:spPr>
          <a:xfrm>
            <a:off x="548640" y="1874520"/>
            <a:ext cx="594360" cy="594360"/>
          </a:xfrm>
          <a:prstGeom prst="rect">
            <a:avLst/>
          </a:prstGeom>
          <a:noFill/>
          <a:ln/>
        </p:spPr>
        <p:txBody>
          <a:bodyPr wrap="square" lIns="0" tIns="0" rIns="0" bIns="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Q1</a:t>
            </a:r>
            <a:endParaRPr lang="en-US" sz="1500" dirty="0"/>
          </a:p>
        </p:txBody>
      </p:sp>
      <p:sp>
        <p:nvSpPr>
          <p:cNvPr id="5" name="Text 3"/>
          <p:cNvSpPr txBox="1"/>
          <p:nvPr/>
        </p:nvSpPr>
        <p:spPr>
          <a:xfrm>
            <a:off x="1371600" y="1645920"/>
            <a:ext cx="10271455" cy="960120"/>
          </a:xfrm>
          <a:prstGeom prst="rect">
            <a:avLst/>
          </a:prstGeom>
          <a:noFill/>
          <a:ln/>
        </p:spPr>
        <p:txBody>
          <a:bodyPr wrap="square" lIns="0" tIns="0" rIns="0" bIns="0" rtlCol="0" anchor="ctr"/>
          <a:lstStyle/>
          <a:p>
            <a:pPr indent="0" marL="0">
              <a:buNone/>
            </a:pPr>
            <a:r>
              <a:rPr lang="en-US" sz="1700" dirty="0">
                <a:solidFill>
                  <a:srgbClr val="F4F1EA"/>
                </a:solidFill>
                <a:latin typeface="Malgun Gothic" pitchFamily="34" charset="0"/>
                <a:ea typeface="Malgun Gothic" pitchFamily="34" charset="-122"/>
                <a:cs typeface="Malgun Gothic" pitchFamily="34" charset="-120"/>
              </a:rPr>
              <a:t>저자는 삶과 건강의 불평등을 "사시"라는 절대원리로 설명합니다. 이 관점에 동의하나요?</a:t>
            </a:r>
            <a:endParaRPr lang="en-US" sz="1700" dirty="0"/>
          </a:p>
        </p:txBody>
      </p:sp>
      <p:sp>
        <p:nvSpPr>
          <p:cNvPr id="6" name="Shape 4"/>
          <p:cNvSpPr/>
          <p:nvPr/>
        </p:nvSpPr>
        <p:spPr>
          <a:xfrm>
            <a:off x="548640" y="2926080"/>
            <a:ext cx="594360" cy="594360"/>
          </a:xfrm>
          <a:prstGeom prst="ellipse">
            <a:avLst/>
          </a:prstGeom>
          <a:solidFill>
            <a:srgbClr val="B23A2E"/>
          </a:solidFill>
          <a:ln w="12700">
            <a:solidFill>
              <a:srgbClr val="B23A2E"/>
            </a:solidFill>
            <a:prstDash val="solid"/>
          </a:ln>
        </p:spPr>
      </p:sp>
      <p:sp>
        <p:nvSpPr>
          <p:cNvPr id="7" name="Text 5"/>
          <p:cNvSpPr txBox="1"/>
          <p:nvPr/>
        </p:nvSpPr>
        <p:spPr>
          <a:xfrm>
            <a:off x="548640" y="2926080"/>
            <a:ext cx="594360" cy="594360"/>
          </a:xfrm>
          <a:prstGeom prst="rect">
            <a:avLst/>
          </a:prstGeom>
          <a:noFill/>
          <a:ln/>
        </p:spPr>
        <p:txBody>
          <a:bodyPr wrap="square" lIns="0" tIns="0" rIns="0" bIns="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Q2</a:t>
            </a:r>
            <a:endParaRPr lang="en-US" sz="1500" dirty="0"/>
          </a:p>
        </p:txBody>
      </p:sp>
      <p:sp>
        <p:nvSpPr>
          <p:cNvPr id="8" name="Text 6"/>
          <p:cNvSpPr txBox="1"/>
          <p:nvPr/>
        </p:nvSpPr>
        <p:spPr>
          <a:xfrm>
            <a:off x="1371600" y="2697480"/>
            <a:ext cx="10271455" cy="960120"/>
          </a:xfrm>
          <a:prstGeom prst="rect">
            <a:avLst/>
          </a:prstGeom>
          <a:noFill/>
          <a:ln/>
        </p:spPr>
        <p:txBody>
          <a:bodyPr wrap="square" lIns="0" tIns="0" rIns="0" bIns="0" rtlCol="0" anchor="ctr"/>
          <a:lstStyle/>
          <a:p>
            <a:pPr indent="0" marL="0">
              <a:buNone/>
            </a:pPr>
            <a:r>
              <a:rPr lang="en-US" sz="1700" dirty="0">
                <a:solidFill>
                  <a:srgbClr val="F4F1EA"/>
                </a:solidFill>
                <a:latin typeface="Malgun Gothic" pitchFamily="34" charset="0"/>
                <a:ea typeface="Malgun Gothic" pitchFamily="34" charset="-122"/>
                <a:cs typeface="Malgun Gothic" pitchFamily="34" charset="-120"/>
              </a:rPr>
              <a:t>"道可道 非常道"에 대한 흔한 해석과 저자의 해석은 어떻게 다른가요?</a:t>
            </a:r>
            <a:endParaRPr lang="en-US" sz="1700" dirty="0"/>
          </a:p>
        </p:txBody>
      </p:sp>
      <p:sp>
        <p:nvSpPr>
          <p:cNvPr id="9" name="Shape 7"/>
          <p:cNvSpPr/>
          <p:nvPr/>
        </p:nvSpPr>
        <p:spPr>
          <a:xfrm>
            <a:off x="548640" y="3977640"/>
            <a:ext cx="594360" cy="594360"/>
          </a:xfrm>
          <a:prstGeom prst="ellipse">
            <a:avLst/>
          </a:prstGeom>
          <a:solidFill>
            <a:srgbClr val="B23A2E"/>
          </a:solidFill>
          <a:ln w="12700">
            <a:solidFill>
              <a:srgbClr val="B23A2E"/>
            </a:solidFill>
            <a:prstDash val="solid"/>
          </a:ln>
        </p:spPr>
      </p:sp>
      <p:sp>
        <p:nvSpPr>
          <p:cNvPr id="10" name="Text 8"/>
          <p:cNvSpPr txBox="1"/>
          <p:nvPr/>
        </p:nvSpPr>
        <p:spPr>
          <a:xfrm>
            <a:off x="548640" y="3977640"/>
            <a:ext cx="594360" cy="594360"/>
          </a:xfrm>
          <a:prstGeom prst="rect">
            <a:avLst/>
          </a:prstGeom>
          <a:noFill/>
          <a:ln/>
        </p:spPr>
        <p:txBody>
          <a:bodyPr wrap="square" lIns="0" tIns="0" rIns="0" bIns="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Q3</a:t>
            </a:r>
            <a:endParaRPr lang="en-US" sz="1500" dirty="0"/>
          </a:p>
        </p:txBody>
      </p:sp>
      <p:sp>
        <p:nvSpPr>
          <p:cNvPr id="11" name="Text 9"/>
          <p:cNvSpPr txBox="1"/>
          <p:nvPr/>
        </p:nvSpPr>
        <p:spPr>
          <a:xfrm>
            <a:off x="1371600" y="3749040"/>
            <a:ext cx="10271455" cy="960120"/>
          </a:xfrm>
          <a:prstGeom prst="rect">
            <a:avLst/>
          </a:prstGeom>
          <a:noFill/>
          <a:ln/>
        </p:spPr>
        <p:txBody>
          <a:bodyPr wrap="square" lIns="0" tIns="0" rIns="0" bIns="0" rtlCol="0" anchor="ctr"/>
          <a:lstStyle/>
          <a:p>
            <a:pPr indent="0" marL="0">
              <a:buNone/>
            </a:pPr>
            <a:r>
              <a:rPr lang="en-US" sz="1700" dirty="0">
                <a:solidFill>
                  <a:srgbClr val="F4F1EA"/>
                </a:solidFill>
                <a:latin typeface="Malgun Gothic" pitchFamily="34" charset="0"/>
                <a:ea typeface="Malgun Gothic" pitchFamily="34" charset="-122"/>
                <a:cs typeface="Malgun Gothic" pitchFamily="34" charset="-120"/>
              </a:rPr>
              <a:t>하도(상생)와 낙서(상극)는 각각 우리 삶의 어떤 면을 보여준다고 생각하나요?</a:t>
            </a:r>
            <a:endParaRPr lang="en-US" sz="1700" dirty="0"/>
          </a:p>
        </p:txBody>
      </p:sp>
      <p:sp>
        <p:nvSpPr>
          <p:cNvPr id="12" name="Shape 10"/>
          <p:cNvSpPr/>
          <p:nvPr/>
        </p:nvSpPr>
        <p:spPr>
          <a:xfrm>
            <a:off x="548640" y="5029200"/>
            <a:ext cx="594360" cy="594360"/>
          </a:xfrm>
          <a:prstGeom prst="ellipse">
            <a:avLst/>
          </a:prstGeom>
          <a:solidFill>
            <a:srgbClr val="B23A2E"/>
          </a:solidFill>
          <a:ln w="12700">
            <a:solidFill>
              <a:srgbClr val="B23A2E"/>
            </a:solidFill>
            <a:prstDash val="solid"/>
          </a:ln>
        </p:spPr>
      </p:sp>
      <p:sp>
        <p:nvSpPr>
          <p:cNvPr id="13" name="Text 11"/>
          <p:cNvSpPr txBox="1"/>
          <p:nvPr/>
        </p:nvSpPr>
        <p:spPr>
          <a:xfrm>
            <a:off x="548640" y="5029200"/>
            <a:ext cx="594360" cy="594360"/>
          </a:xfrm>
          <a:prstGeom prst="rect">
            <a:avLst/>
          </a:prstGeom>
          <a:noFill/>
          <a:ln/>
        </p:spPr>
        <p:txBody>
          <a:bodyPr wrap="square" lIns="0" tIns="0" rIns="0" bIns="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Q4</a:t>
            </a:r>
            <a:endParaRPr lang="en-US" sz="1500" dirty="0"/>
          </a:p>
        </p:txBody>
      </p:sp>
      <p:sp>
        <p:nvSpPr>
          <p:cNvPr id="14" name="Text 12"/>
          <p:cNvSpPr txBox="1"/>
          <p:nvPr/>
        </p:nvSpPr>
        <p:spPr>
          <a:xfrm>
            <a:off x="1371600" y="4800600"/>
            <a:ext cx="10271455" cy="960120"/>
          </a:xfrm>
          <a:prstGeom prst="rect">
            <a:avLst/>
          </a:prstGeom>
          <a:noFill/>
          <a:ln/>
        </p:spPr>
        <p:txBody>
          <a:bodyPr wrap="square" lIns="0" tIns="0" rIns="0" bIns="0" rtlCol="0" anchor="ctr"/>
          <a:lstStyle/>
          <a:p>
            <a:pPr indent="0" marL="0">
              <a:buNone/>
            </a:pPr>
            <a:r>
              <a:rPr lang="en-US" sz="1700" dirty="0">
                <a:solidFill>
                  <a:srgbClr val="F4F1EA"/>
                </a:solidFill>
                <a:latin typeface="Malgun Gothic" pitchFamily="34" charset="0"/>
                <a:ea typeface="Malgun Gothic" pitchFamily="34" charset="-122"/>
                <a:cs typeface="Malgun Gothic" pitchFamily="34" charset="-120"/>
              </a:rPr>
              <a:t>연해자평에서는 태극이 마지막 단계로 나옵니다. 앞의 "태극 = 근원"과 어떻게 이해할 수 있을까요?</a:t>
            </a:r>
            <a:endParaRPr lang="en-US" sz="1700" dirty="0"/>
          </a:p>
        </p:txBody>
      </p:sp>
      <p:sp>
        <p:nvSpPr>
          <p:cNvPr id="15" name="Text 13"/>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rgbClr val="A9A4B5"/>
                </a:solidFill>
                <a:latin typeface="Malgun Gothic" pitchFamily="34" charset="0"/>
                <a:ea typeface="Malgun Gothic" pitchFamily="34" charset="-122"/>
                <a:cs typeface="Malgun Gothic" pitchFamily="34" charset="-120"/>
              </a:rPr>
              <a:t>의명보감 1 기초편 · 제1장 창조와 음양오행</a:t>
            </a:r>
            <a:endParaRPr lang="en-US" sz="1000" dirty="0"/>
          </a:p>
        </p:txBody>
      </p:sp>
      <p:sp>
        <p:nvSpPr>
          <p:cNvPr id="16" name="Text 14"/>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A9A4B5"/>
                </a:solidFill>
                <a:latin typeface="Malgun Gothic" pitchFamily="34" charset="0"/>
                <a:ea typeface="Malgun Gothic" pitchFamily="34" charset="-122"/>
                <a:cs typeface="Malgun Gothic" pitchFamily="34" charset="-120"/>
              </a:rPr>
              <a:t>21</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의명보감 1 기초편 제1장 창조와 음양오행</dc:title>
  <dc:subject>PptxGenJS Presentation</dc:subject>
  <dc:creator>의명보감 스터디</dc:creator>
  <cp:lastModifiedBy>의명보감 스터디</cp:lastModifiedBy>
  <cp:revision>1</cp:revision>
  <dcterms:created xsi:type="dcterms:W3CDTF">2026-09-30T09:07:13Z</dcterms:created>
  <dcterms:modified xsi:type="dcterms:W3CDTF">2026-09-30T09:07:13Z</dcterms:modified>
</cp:coreProperties>
</file>